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68" r:id="rId2"/>
    <p:sldId id="269" r:id="rId3"/>
    <p:sldId id="270" r:id="rId4"/>
    <p:sldId id="271" r:id="rId5"/>
    <p:sldId id="272" r:id="rId6"/>
    <p:sldId id="273" r:id="rId7"/>
    <p:sldId id="27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384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3852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C4FB8F-ED15-48AB-97BD-17129D4E699D}" type="datetimeFigureOut">
              <a:rPr lang="en-US" smtClean="0"/>
              <a:t>8/26/2026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6B3739-9081-478F-812E-AE7CE140632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21049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C9D437-CD83-4825-AD0D-5E7B341BC79B}" type="datetimeFigureOut">
              <a:rPr lang="en-US" smtClean="0"/>
              <a:t>8/26/2026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0CF8BB-EBC7-4B8F-9632-A5A136FBB8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0369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755780"/>
            <a:ext cx="6858000" cy="3200400"/>
          </a:xfrm>
        </p:spPr>
        <p:txBody>
          <a:bodyPr anchor="b">
            <a:normAutofit/>
          </a:bodyPr>
          <a:lstStyle>
            <a:lvl1pPr algn="l">
              <a:lnSpc>
                <a:spcPct val="75000"/>
              </a:lnSpc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3956180"/>
            <a:ext cx="6858000" cy="109728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465DD-9819-4ABC-A784-477AFBA19C86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fld id="{9729644A-97F2-4BC4-BBF7-FC141F507563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822960"/>
            <a:ext cx="8686800" cy="201168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834640"/>
            <a:ext cx="8686800" cy="109728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8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81200" y="1981200"/>
            <a:ext cx="4572000" cy="448056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81800" y="1981200"/>
            <a:ext cx="4572000" cy="448056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04EB7-77EC-481E-BDC6-73CA182AC952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1200" y="1679448"/>
            <a:ext cx="4572000" cy="830487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81200" y="2509935"/>
            <a:ext cx="4572000" cy="396706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781800" y="1679448"/>
            <a:ext cx="4572000" cy="830487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781800" y="2509935"/>
            <a:ext cx="4572000" cy="396706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16069-A392-4E44-934F-6743D63E2A4F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F9843-3551-47D6-BD3E-346FBDF458AF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C2989-19D5-42F7-8321-FE6B75231AF4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9420" y="408993"/>
            <a:ext cx="4800937" cy="1828800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6491" y="381000"/>
            <a:ext cx="5489510" cy="5791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59420" y="2237793"/>
            <a:ext cx="4800937" cy="18288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9C03C-1F27-412D-AD0B-6423348F1B9B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6248" y="384048"/>
            <a:ext cx="4800600" cy="1828800"/>
          </a:xfrm>
        </p:spPr>
        <p:txBody>
          <a:bodyPr anchor="b">
            <a:no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0" y="0"/>
            <a:ext cx="6096000" cy="6858000"/>
          </a:xfrm>
          <a:ln>
            <a:noFill/>
          </a:ln>
        </p:spPr>
        <p:txBody>
          <a:bodyPr tIns="4572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56249" y="2240280"/>
            <a:ext cx="4799140" cy="18288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7120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1E545-DA4D-4588-A168-A47EEF327FC2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42120" y="380999"/>
            <a:ext cx="2011680" cy="6096001"/>
          </a:xfrm>
        </p:spPr>
        <p:txBody>
          <a:bodyPr vert="eaVer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81199" y="380999"/>
            <a:ext cx="7074859" cy="6096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26042-7092-4D96-B3CE-E8E6CFEE88C8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81200" y="381000"/>
            <a:ext cx="9372600" cy="12954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1200" y="1987419"/>
            <a:ext cx="9372600" cy="44831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631790" y="5586761"/>
            <a:ext cx="280731" cy="883759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lvl1pPr algn="l">
              <a:defRPr sz="120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fld id="{619CFDC2-5630-4611-9BF0-0EF7C8C4398D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631790" y="365125"/>
            <a:ext cx="280730" cy="5139936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lvl1pPr algn="ctr">
              <a:defRPr sz="120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3321" y="6268940"/>
            <a:ext cx="722377" cy="2015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kern="1200" cap="all" baseline="0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74320" algn="l" defTabSz="914400" rtl="0" eaLnBrk="1" latinLnBrk="0" hangingPunct="1">
        <a:lnSpc>
          <a:spcPct val="90000"/>
        </a:lnSpc>
        <a:spcBef>
          <a:spcPts val="1200"/>
        </a:spcBef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9164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87452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Prompt Engineering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Drawing Water from a Stone</a:t>
            </a:r>
          </a:p>
        </p:txBody>
      </p:sp>
    </p:spTree>
    <p:extLst>
      <p:ext uri="{BB962C8B-B14F-4D97-AF65-F5344CB8AC3E}">
        <p14:creationId xmlns:p14="http://schemas.microsoft.com/office/powerpoint/2010/main" val="2413251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4F376-A141-4FE5-1FC1-9450B3746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6248" y="384048"/>
            <a:ext cx="4800600" cy="1828800"/>
          </a:xfrm>
        </p:spPr>
        <p:txBody>
          <a:bodyPr anchor="b">
            <a:normAutofit/>
          </a:bodyPr>
          <a:lstStyle/>
          <a:p>
            <a:r>
              <a:rPr lang="en-US" dirty="0"/>
              <a:t>Overview</a:t>
            </a:r>
          </a:p>
        </p:txBody>
      </p:sp>
      <p:pic>
        <p:nvPicPr>
          <p:cNvPr id="5" name="Picture 4" descr="Drawings on colorful paper">
            <a:extLst>
              <a:ext uri="{FF2B5EF4-FFF2-40B4-BE49-F238E27FC236}">
                <a16:creationId xmlns:a16="http://schemas.microsoft.com/office/drawing/2014/main" id="{3CD1EAE2-EAD2-CC6A-33A4-3E7DB2CF89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04" r="31862" b="-1"/>
          <a:stretch>
            <a:fillRect/>
          </a:stretch>
        </p:blipFill>
        <p:spPr>
          <a:xfrm>
            <a:off x="20" y="10"/>
            <a:ext cx="6095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95CF9-7BC7-397A-2F6C-A3EC79B0FE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56249" y="2240280"/>
            <a:ext cx="4799013" cy="3246437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Prompt Types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Prompt Strategies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Reasoning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Personas</a:t>
            </a:r>
          </a:p>
        </p:txBody>
      </p:sp>
    </p:spTree>
    <p:extLst>
      <p:ext uri="{BB962C8B-B14F-4D97-AF65-F5344CB8AC3E}">
        <p14:creationId xmlns:p14="http://schemas.microsoft.com/office/powerpoint/2010/main" val="3610658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82A8A-4723-FCA6-36AA-FAAC69DC0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9420" y="408993"/>
            <a:ext cx="4800937" cy="1828800"/>
          </a:xfrm>
        </p:spPr>
        <p:txBody>
          <a:bodyPr anchor="b">
            <a:normAutofit/>
          </a:bodyPr>
          <a:lstStyle/>
          <a:p>
            <a:r>
              <a:rPr lang="en-US" dirty="0"/>
              <a:t>Prompt Types</a:t>
            </a:r>
          </a:p>
        </p:txBody>
      </p:sp>
      <p:pic>
        <p:nvPicPr>
          <p:cNvPr id="6" name="Picture 5" descr="Green dialogue boxes">
            <a:extLst>
              <a:ext uri="{FF2B5EF4-FFF2-40B4-BE49-F238E27FC236}">
                <a16:creationId xmlns:a16="http://schemas.microsoft.com/office/drawing/2014/main" id="{4B63106B-076C-4196-9CAA-1AC836F470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28" r="13458"/>
          <a:stretch>
            <a:fillRect/>
          </a:stretch>
        </p:blipFill>
        <p:spPr>
          <a:xfrm>
            <a:off x="606491" y="381000"/>
            <a:ext cx="5489510" cy="57912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71CC43-AEE8-E2C9-281C-B9DD926435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59420" y="2237793"/>
            <a:ext cx="4800600" cy="3248025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Completion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Chat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Instruction</a:t>
            </a:r>
          </a:p>
        </p:txBody>
      </p:sp>
    </p:spTree>
    <p:extLst>
      <p:ext uri="{BB962C8B-B14F-4D97-AF65-F5344CB8AC3E}">
        <p14:creationId xmlns:p14="http://schemas.microsoft.com/office/powerpoint/2010/main" val="1218523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8B1CBD-CB97-6CBC-606F-6995D3294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381000"/>
            <a:ext cx="9372600" cy="1295400"/>
          </a:xfrm>
        </p:spPr>
        <p:txBody>
          <a:bodyPr anchor="b">
            <a:normAutofit/>
          </a:bodyPr>
          <a:lstStyle/>
          <a:p>
            <a:r>
              <a:rPr lang="en-US" dirty="0"/>
              <a:t>Zero Shot vs Few Shot</a:t>
            </a:r>
          </a:p>
        </p:txBody>
      </p:sp>
      <p:pic>
        <p:nvPicPr>
          <p:cNvPr id="6" name="Picture 5" descr="Orange ball in sea of white bouncing balls">
            <a:extLst>
              <a:ext uri="{FF2B5EF4-FFF2-40B4-BE49-F238E27FC236}">
                <a16:creationId xmlns:a16="http://schemas.microsoft.com/office/drawing/2014/main" id="{5C74E270-963B-916F-3397-CEBED2E770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334" r="2" b="13009"/>
          <a:stretch>
            <a:fillRect/>
          </a:stretch>
        </p:blipFill>
        <p:spPr>
          <a:xfrm>
            <a:off x="1981200" y="1987419"/>
            <a:ext cx="9372600" cy="448310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3205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2ADA1-27B8-043C-25F4-8B6402287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6248" y="384048"/>
            <a:ext cx="4800600" cy="1828800"/>
          </a:xfrm>
        </p:spPr>
        <p:txBody>
          <a:bodyPr anchor="b">
            <a:normAutofit/>
          </a:bodyPr>
          <a:lstStyle/>
          <a:p>
            <a:r>
              <a:rPr lang="en-US" dirty="0"/>
              <a:t>Reasoning</a:t>
            </a:r>
          </a:p>
        </p:txBody>
      </p:sp>
      <p:pic>
        <p:nvPicPr>
          <p:cNvPr id="5" name="Picture 4" descr="Close-up of chain link">
            <a:extLst>
              <a:ext uri="{FF2B5EF4-FFF2-40B4-BE49-F238E27FC236}">
                <a16:creationId xmlns:a16="http://schemas.microsoft.com/office/drawing/2014/main" id="{5F1D815B-ED1E-7E22-E354-8D144123B7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539" r="29127" b="-1"/>
          <a:stretch>
            <a:fillRect/>
          </a:stretch>
        </p:blipFill>
        <p:spPr>
          <a:xfrm>
            <a:off x="20" y="10"/>
            <a:ext cx="6095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79237-5828-7431-107D-DE991452A9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56249" y="2240280"/>
            <a:ext cx="4799013" cy="3246437"/>
          </a:xfrm>
        </p:spPr>
        <p:txBody>
          <a:bodyPr>
            <a:normAutofit/>
          </a:bodyPr>
          <a:lstStyle/>
          <a:p>
            <a:r>
              <a:rPr lang="en-US" dirty="0"/>
              <a:t>Chain-of-Thought</a:t>
            </a:r>
          </a:p>
          <a:p>
            <a:r>
              <a:rPr lang="en-US" dirty="0"/>
              <a:t>Built-In Reasoning</a:t>
            </a:r>
          </a:p>
        </p:txBody>
      </p:sp>
    </p:spTree>
    <p:extLst>
      <p:ext uri="{BB962C8B-B14F-4D97-AF65-F5344CB8AC3E}">
        <p14:creationId xmlns:p14="http://schemas.microsoft.com/office/powerpoint/2010/main" val="2610515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8A182-49D4-E297-29B5-FAA5C635B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6248" y="384048"/>
            <a:ext cx="4800600" cy="1828800"/>
          </a:xfrm>
        </p:spPr>
        <p:txBody>
          <a:bodyPr anchor="b">
            <a:normAutofit/>
          </a:bodyPr>
          <a:lstStyle/>
          <a:p>
            <a:r>
              <a:rPr lang="en-US" dirty="0"/>
              <a:t>Personas</a:t>
            </a:r>
          </a:p>
        </p:txBody>
      </p:sp>
      <p:pic>
        <p:nvPicPr>
          <p:cNvPr id="6" name="Picture 5" descr="3D rendering of game pieces tied together with a rope">
            <a:extLst>
              <a:ext uri="{FF2B5EF4-FFF2-40B4-BE49-F238E27FC236}">
                <a16:creationId xmlns:a16="http://schemas.microsoft.com/office/drawing/2014/main" id="{B2C8594F-6D1A-8A70-E45A-DB56B3B18B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81" r="29753"/>
          <a:stretch>
            <a:fillRect/>
          </a:stretch>
        </p:blipFill>
        <p:spPr>
          <a:xfrm>
            <a:off x="20" y="10"/>
            <a:ext cx="6095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4B4A04-4C97-F26C-78FB-98C2981B65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56249" y="2240280"/>
            <a:ext cx="4799013" cy="3246437"/>
          </a:xfrm>
        </p:spPr>
        <p:txBody>
          <a:bodyPr>
            <a:normAutofit/>
          </a:bodyPr>
          <a:lstStyle/>
          <a:p>
            <a:r>
              <a:rPr lang="en-US" dirty="0"/>
              <a:t>Assigning a Role</a:t>
            </a:r>
          </a:p>
          <a:p>
            <a:r>
              <a:rPr lang="en-US" dirty="0"/>
              <a:t>Defining the Target Audience</a:t>
            </a:r>
          </a:p>
          <a:p>
            <a:r>
              <a:rPr lang="en-US" dirty="0"/>
              <a:t>Determining Style</a:t>
            </a:r>
          </a:p>
        </p:txBody>
      </p:sp>
    </p:spTree>
    <p:extLst>
      <p:ext uri="{BB962C8B-B14F-4D97-AF65-F5344CB8AC3E}">
        <p14:creationId xmlns:p14="http://schemas.microsoft.com/office/powerpoint/2010/main" val="2441309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8BA90-E4EA-DE53-40D9-8DB7657DD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381000"/>
            <a:ext cx="9372600" cy="1295400"/>
          </a:xfrm>
        </p:spPr>
        <p:txBody>
          <a:bodyPr anchor="b">
            <a:normAutofit/>
          </a:bodyPr>
          <a:lstStyle/>
          <a:p>
            <a:r>
              <a:rPr lang="en-US" dirty="0"/>
              <a:t>Constraints warning</a:t>
            </a:r>
          </a:p>
        </p:txBody>
      </p:sp>
      <p:pic>
        <p:nvPicPr>
          <p:cNvPr id="6" name="Picture 5" descr="Hand with red strings">
            <a:extLst>
              <a:ext uri="{FF2B5EF4-FFF2-40B4-BE49-F238E27FC236}">
                <a16:creationId xmlns:a16="http://schemas.microsoft.com/office/drawing/2014/main" id="{9FDC70B9-2889-8A15-07AC-EBA4A2306C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88" r="2" b="15555"/>
          <a:stretch>
            <a:fillRect/>
          </a:stretch>
        </p:blipFill>
        <p:spPr>
          <a:xfrm>
            <a:off x="1981200" y="1987419"/>
            <a:ext cx="9372600" cy="44831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6366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Wireframe Building 16x9">
  <a:themeElements>
    <a:clrScheme name="WireframeBuilding">
      <a:dk1>
        <a:srgbClr val="404040"/>
      </a:dk1>
      <a:lt1>
        <a:sysClr val="window" lastClr="FFFFFF"/>
      </a:lt1>
      <a:dk2>
        <a:srgbClr val="000000"/>
      </a:dk2>
      <a:lt2>
        <a:srgbClr val="E4F9F9"/>
      </a:lt2>
      <a:accent1>
        <a:srgbClr val="1BDCFF"/>
      </a:accent1>
      <a:accent2>
        <a:srgbClr val="3AC673"/>
      </a:accent2>
      <a:accent3>
        <a:srgbClr val="F6BD1E"/>
      </a:accent3>
      <a:accent4>
        <a:srgbClr val="C74167"/>
      </a:accent4>
      <a:accent5>
        <a:srgbClr val="F17E1F"/>
      </a:accent5>
      <a:accent6>
        <a:srgbClr val="6681CC"/>
      </a:accent6>
      <a:hlink>
        <a:srgbClr val="F17E1F"/>
      </a:hlink>
      <a:folHlink>
        <a:srgbClr val="969696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siness wireframe building presentation (widescreen).potx" id="{58CE74E2-616B-447D-963B-87527DA5909A}" vid="{49D84436-E293-416F-BC4D-7976A1E115A4}"/>
    </a:ext>
  </a:extLst>
</a:theme>
</file>

<file path=ppt/theme/theme2.xml><?xml version="1.0" encoding="utf-8"?>
<a:theme xmlns:a="http://schemas.openxmlformats.org/drawingml/2006/main" name="Office Theme">
  <a:themeElements>
    <a:clrScheme name="WireframeBuilding">
      <a:dk1>
        <a:srgbClr val="404040"/>
      </a:dk1>
      <a:lt1>
        <a:sysClr val="window" lastClr="FFFFFF"/>
      </a:lt1>
      <a:dk2>
        <a:srgbClr val="000000"/>
      </a:dk2>
      <a:lt2>
        <a:srgbClr val="E4F9F9"/>
      </a:lt2>
      <a:accent1>
        <a:srgbClr val="1BDCFF"/>
      </a:accent1>
      <a:accent2>
        <a:srgbClr val="3AC673"/>
      </a:accent2>
      <a:accent3>
        <a:srgbClr val="F6BD1E"/>
      </a:accent3>
      <a:accent4>
        <a:srgbClr val="C74167"/>
      </a:accent4>
      <a:accent5>
        <a:srgbClr val="F17E1F"/>
      </a:accent5>
      <a:accent6>
        <a:srgbClr val="6681CC"/>
      </a:accent6>
      <a:hlink>
        <a:srgbClr val="F17E1F"/>
      </a:hlink>
      <a:folHlink>
        <a:srgbClr val="969696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WireframeBuilding">
      <a:dk1>
        <a:srgbClr val="404040"/>
      </a:dk1>
      <a:lt1>
        <a:sysClr val="window" lastClr="FFFFFF"/>
      </a:lt1>
      <a:dk2>
        <a:srgbClr val="000000"/>
      </a:dk2>
      <a:lt2>
        <a:srgbClr val="E4F9F9"/>
      </a:lt2>
      <a:accent1>
        <a:srgbClr val="1BDCFF"/>
      </a:accent1>
      <a:accent2>
        <a:srgbClr val="3AC673"/>
      </a:accent2>
      <a:accent3>
        <a:srgbClr val="F6BD1E"/>
      </a:accent3>
      <a:accent4>
        <a:srgbClr val="C74167"/>
      </a:accent4>
      <a:accent5>
        <a:srgbClr val="F17E1F"/>
      </a:accent5>
      <a:accent6>
        <a:srgbClr val="6681CC"/>
      </a:accent6>
      <a:hlink>
        <a:srgbClr val="F17E1F"/>
      </a:hlink>
      <a:folHlink>
        <a:srgbClr val="969696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wireframe building presentation (widescreen)</Template>
  <TotalTime>10</TotalTime>
  <Words>40</Words>
  <Application>Microsoft Office PowerPoint</Application>
  <PresentationFormat>Widescreen</PresentationFormat>
  <Paragraphs>20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Wireframe Building 16x9</vt:lpstr>
      <vt:lpstr>Prompt Engineering</vt:lpstr>
      <vt:lpstr>Overview</vt:lpstr>
      <vt:lpstr>Prompt Types</vt:lpstr>
      <vt:lpstr>Zero Shot vs Few Shot</vt:lpstr>
      <vt:lpstr>Reasoning</vt:lpstr>
      <vt:lpstr>Personas</vt:lpstr>
      <vt:lpstr>Constraints warning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Suminski</dc:creator>
  <cp:lastModifiedBy>Eric Suminski</cp:lastModifiedBy>
  <cp:revision>2</cp:revision>
  <dcterms:created xsi:type="dcterms:W3CDTF">2026-08-26T18:38:07Z</dcterms:created>
  <dcterms:modified xsi:type="dcterms:W3CDTF">2026-08-26T18:48:55Z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