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4" r:id="rId5"/>
    <p:sldId id="325" r:id="rId6"/>
    <p:sldId id="326" r:id="rId7"/>
    <p:sldId id="327" r:id="rId8"/>
    <p:sldId id="328" r:id="rId9"/>
    <p:sldId id="32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5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6579C5-8983-4EE1-BAC3-F225CE83CCE9}" type="doc">
      <dgm:prSet loTypeId="urn:microsoft.com/office/officeart/2005/8/layout/list1" loCatId="list" qsTypeId="urn:microsoft.com/office/officeart/2005/8/quickstyle/simple1#8" qsCatId="simple" csTypeId="urn:microsoft.com/office/officeart/2005/8/colors/accent1_2#9" csCatId="accent1"/>
      <dgm:spPr/>
      <dgm:t>
        <a:bodyPr/>
        <a:lstStyle/>
        <a:p>
          <a:endParaRPr lang="en-US"/>
        </a:p>
      </dgm:t>
    </dgm:pt>
    <dgm:pt modelId="{A933A758-0546-475C-92A5-2374FE598BFD}">
      <dgm:prSet/>
      <dgm:spPr/>
      <dgm:t>
        <a:bodyPr/>
        <a:lstStyle/>
        <a:p>
          <a:r>
            <a:rPr lang="en-US"/>
            <a:t>LLM Platform Overview</a:t>
          </a:r>
        </a:p>
      </dgm:t>
    </dgm:pt>
    <dgm:pt modelId="{2705A37D-AD7D-48C9-87FD-CA9C97932446}" type="parTrans" cxnId="{5ECCD128-FB66-4257-B5F6-3FD0BF69695F}">
      <dgm:prSet/>
      <dgm:spPr/>
      <dgm:t>
        <a:bodyPr/>
        <a:lstStyle/>
        <a:p>
          <a:endParaRPr lang="en-US"/>
        </a:p>
      </dgm:t>
    </dgm:pt>
    <dgm:pt modelId="{2560FEA1-DDAB-4DC4-AC0D-A5C75ECDE645}" type="sibTrans" cxnId="{5ECCD128-FB66-4257-B5F6-3FD0BF69695F}">
      <dgm:prSet/>
      <dgm:spPr/>
      <dgm:t>
        <a:bodyPr/>
        <a:lstStyle/>
        <a:p>
          <a:endParaRPr lang="en-US"/>
        </a:p>
      </dgm:t>
    </dgm:pt>
    <dgm:pt modelId="{2B4374FC-002F-49DC-8012-A9927AA3D7DB}">
      <dgm:prSet/>
      <dgm:spPr/>
      <dgm:t>
        <a:bodyPr/>
        <a:lstStyle/>
        <a:p>
          <a:r>
            <a:rPr lang="en-US"/>
            <a:t>OpenAI SDK</a:t>
          </a:r>
        </a:p>
      </dgm:t>
    </dgm:pt>
    <dgm:pt modelId="{4AC91EE4-720C-483A-B18F-45FE14044E9B}" type="parTrans" cxnId="{EA56534D-F2E9-468F-ADB0-4DD8923452A1}">
      <dgm:prSet/>
      <dgm:spPr/>
      <dgm:t>
        <a:bodyPr/>
        <a:lstStyle/>
        <a:p>
          <a:endParaRPr lang="en-US"/>
        </a:p>
      </dgm:t>
    </dgm:pt>
    <dgm:pt modelId="{520B1D27-1B51-4EF7-A4EB-73379C99938E}" type="sibTrans" cxnId="{EA56534D-F2E9-468F-ADB0-4DD8923452A1}">
      <dgm:prSet/>
      <dgm:spPr/>
      <dgm:t>
        <a:bodyPr/>
        <a:lstStyle/>
        <a:p>
          <a:endParaRPr lang="en-US"/>
        </a:p>
      </dgm:t>
    </dgm:pt>
    <dgm:pt modelId="{FB01DD00-751E-41BF-BFF8-01C08F652311}">
      <dgm:prSet/>
      <dgm:spPr/>
      <dgm:t>
        <a:bodyPr/>
        <a:lstStyle/>
        <a:p>
          <a:r>
            <a:rPr lang="en-US"/>
            <a:t>Agents</a:t>
          </a:r>
        </a:p>
      </dgm:t>
    </dgm:pt>
    <dgm:pt modelId="{FA2D18AA-C10E-431A-9E57-8178EF482B1C}" type="parTrans" cxnId="{1C63E066-A5FD-456E-838F-337D47F337BC}">
      <dgm:prSet/>
      <dgm:spPr/>
      <dgm:t>
        <a:bodyPr/>
        <a:lstStyle/>
        <a:p>
          <a:endParaRPr lang="en-US"/>
        </a:p>
      </dgm:t>
    </dgm:pt>
    <dgm:pt modelId="{09E227E4-31CF-4CC9-834B-882D382615DC}" type="sibTrans" cxnId="{1C63E066-A5FD-456E-838F-337D47F337BC}">
      <dgm:prSet/>
      <dgm:spPr/>
      <dgm:t>
        <a:bodyPr/>
        <a:lstStyle/>
        <a:p>
          <a:endParaRPr lang="en-US"/>
        </a:p>
      </dgm:t>
    </dgm:pt>
    <dgm:pt modelId="{467B445F-1DA6-4C16-91CD-6A9BD79C8754}">
      <dgm:prSet/>
      <dgm:spPr/>
      <dgm:t>
        <a:bodyPr/>
        <a:lstStyle/>
        <a:p>
          <a:r>
            <a:rPr lang="en-US"/>
            <a:t>Safety Considerations</a:t>
          </a:r>
        </a:p>
      </dgm:t>
    </dgm:pt>
    <dgm:pt modelId="{41A9AB67-E21F-49C5-A56F-B71AC5709547}" type="parTrans" cxnId="{7A80F0F6-FE93-4B89-97B8-8E9211056B89}">
      <dgm:prSet/>
      <dgm:spPr/>
      <dgm:t>
        <a:bodyPr/>
        <a:lstStyle/>
        <a:p>
          <a:endParaRPr lang="en-US"/>
        </a:p>
      </dgm:t>
    </dgm:pt>
    <dgm:pt modelId="{BDCE66D6-6DA6-4293-A68F-38FF264B7AEE}" type="sibTrans" cxnId="{7A80F0F6-FE93-4B89-97B8-8E9211056B89}">
      <dgm:prSet/>
      <dgm:spPr/>
      <dgm:t>
        <a:bodyPr/>
        <a:lstStyle/>
        <a:p>
          <a:endParaRPr lang="en-US"/>
        </a:p>
      </dgm:t>
    </dgm:pt>
    <dgm:pt modelId="{FB5EAFA8-3A06-4C09-8568-D8B83B6603C4}" type="pres">
      <dgm:prSet presAssocID="{7D6579C5-8983-4EE1-BAC3-F225CE83CCE9}" presName="linear" presStyleCnt="0">
        <dgm:presLayoutVars>
          <dgm:dir/>
          <dgm:animLvl val="lvl"/>
          <dgm:resizeHandles val="exact"/>
        </dgm:presLayoutVars>
      </dgm:prSet>
      <dgm:spPr/>
    </dgm:pt>
    <dgm:pt modelId="{9596090D-9EEF-4C07-B844-C6D98543D411}" type="pres">
      <dgm:prSet presAssocID="{A933A758-0546-475C-92A5-2374FE598BFD}" presName="parentLin" presStyleCnt="0"/>
      <dgm:spPr/>
    </dgm:pt>
    <dgm:pt modelId="{7E6EFCFE-602F-445E-8BF9-9989FA43AC48}" type="pres">
      <dgm:prSet presAssocID="{A933A758-0546-475C-92A5-2374FE598BFD}" presName="parentLeftMargin" presStyleLbl="node1" presStyleIdx="0" presStyleCnt="4"/>
      <dgm:spPr/>
    </dgm:pt>
    <dgm:pt modelId="{EBA7B80E-4B80-4576-8EA8-CA188DE2D5B5}" type="pres">
      <dgm:prSet presAssocID="{A933A758-0546-475C-92A5-2374FE598B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669EE1-D50B-4EFB-8053-160DDB545AD9}" type="pres">
      <dgm:prSet presAssocID="{A933A758-0546-475C-92A5-2374FE598BFD}" presName="negativeSpace" presStyleCnt="0"/>
      <dgm:spPr/>
    </dgm:pt>
    <dgm:pt modelId="{7E5E930F-DDFB-41EC-9C43-6C904BB28C2A}" type="pres">
      <dgm:prSet presAssocID="{A933A758-0546-475C-92A5-2374FE598BFD}" presName="childText" presStyleLbl="conFgAcc1" presStyleIdx="0" presStyleCnt="4">
        <dgm:presLayoutVars>
          <dgm:bulletEnabled val="1"/>
        </dgm:presLayoutVars>
      </dgm:prSet>
      <dgm:spPr/>
    </dgm:pt>
    <dgm:pt modelId="{5A411233-B92F-4496-9532-F1D96F770402}" type="pres">
      <dgm:prSet presAssocID="{2560FEA1-DDAB-4DC4-AC0D-A5C75ECDE645}" presName="spaceBetweenRectangles" presStyleCnt="0"/>
      <dgm:spPr/>
    </dgm:pt>
    <dgm:pt modelId="{8E182CBA-D23A-4732-AA9E-7702CF9A5917}" type="pres">
      <dgm:prSet presAssocID="{2B4374FC-002F-49DC-8012-A9927AA3D7DB}" presName="parentLin" presStyleCnt="0"/>
      <dgm:spPr/>
    </dgm:pt>
    <dgm:pt modelId="{4E27E827-4C34-4A8A-A131-87EE2A4B2454}" type="pres">
      <dgm:prSet presAssocID="{2B4374FC-002F-49DC-8012-A9927AA3D7DB}" presName="parentLeftMargin" presStyleLbl="node1" presStyleIdx="0" presStyleCnt="4"/>
      <dgm:spPr/>
    </dgm:pt>
    <dgm:pt modelId="{3E85D6A2-12A4-42DD-9E4F-86DE4961A154}" type="pres">
      <dgm:prSet presAssocID="{2B4374FC-002F-49DC-8012-A9927AA3D7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03DDBA-3C37-431A-9F9F-94E14AB3E605}" type="pres">
      <dgm:prSet presAssocID="{2B4374FC-002F-49DC-8012-A9927AA3D7DB}" presName="negativeSpace" presStyleCnt="0"/>
      <dgm:spPr/>
    </dgm:pt>
    <dgm:pt modelId="{F68E77B6-D234-4D40-8D02-D04C235314B5}" type="pres">
      <dgm:prSet presAssocID="{2B4374FC-002F-49DC-8012-A9927AA3D7DB}" presName="childText" presStyleLbl="conFgAcc1" presStyleIdx="1" presStyleCnt="4">
        <dgm:presLayoutVars>
          <dgm:bulletEnabled val="1"/>
        </dgm:presLayoutVars>
      </dgm:prSet>
      <dgm:spPr/>
    </dgm:pt>
    <dgm:pt modelId="{F4AC70AC-9DE8-44FE-B0B8-165592AADEB1}" type="pres">
      <dgm:prSet presAssocID="{520B1D27-1B51-4EF7-A4EB-73379C99938E}" presName="spaceBetweenRectangles" presStyleCnt="0"/>
      <dgm:spPr/>
    </dgm:pt>
    <dgm:pt modelId="{76DA9C56-6F40-419B-84B8-9464E2848496}" type="pres">
      <dgm:prSet presAssocID="{FB01DD00-751E-41BF-BFF8-01C08F652311}" presName="parentLin" presStyleCnt="0"/>
      <dgm:spPr/>
    </dgm:pt>
    <dgm:pt modelId="{759D6241-2B6F-4CAF-86E5-D8E2E84524B8}" type="pres">
      <dgm:prSet presAssocID="{FB01DD00-751E-41BF-BFF8-01C08F652311}" presName="parentLeftMargin" presStyleLbl="node1" presStyleIdx="1" presStyleCnt="4"/>
      <dgm:spPr/>
    </dgm:pt>
    <dgm:pt modelId="{8015A3B8-3483-474B-B516-BFE223BB31C5}" type="pres">
      <dgm:prSet presAssocID="{FB01DD00-751E-41BF-BFF8-01C08F6523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67F59D-AD26-494F-AF21-B321A50FA9E1}" type="pres">
      <dgm:prSet presAssocID="{FB01DD00-751E-41BF-BFF8-01C08F652311}" presName="negativeSpace" presStyleCnt="0"/>
      <dgm:spPr/>
    </dgm:pt>
    <dgm:pt modelId="{3ED314B4-6ED0-48E1-BD55-ECB04F16801E}" type="pres">
      <dgm:prSet presAssocID="{FB01DD00-751E-41BF-BFF8-01C08F652311}" presName="childText" presStyleLbl="conFgAcc1" presStyleIdx="2" presStyleCnt="4">
        <dgm:presLayoutVars>
          <dgm:bulletEnabled val="1"/>
        </dgm:presLayoutVars>
      </dgm:prSet>
      <dgm:spPr/>
    </dgm:pt>
    <dgm:pt modelId="{0EA48B4E-8A6D-4E9C-B0E4-3716B3462616}" type="pres">
      <dgm:prSet presAssocID="{09E227E4-31CF-4CC9-834B-882D382615DC}" presName="spaceBetweenRectangles" presStyleCnt="0"/>
      <dgm:spPr/>
    </dgm:pt>
    <dgm:pt modelId="{6BA12B34-5148-4FE5-B492-A585B0550A27}" type="pres">
      <dgm:prSet presAssocID="{467B445F-1DA6-4C16-91CD-6A9BD79C8754}" presName="parentLin" presStyleCnt="0"/>
      <dgm:spPr/>
    </dgm:pt>
    <dgm:pt modelId="{D44CAF26-5700-4A4F-BF30-B2B1D895E46B}" type="pres">
      <dgm:prSet presAssocID="{467B445F-1DA6-4C16-91CD-6A9BD79C8754}" presName="parentLeftMargin" presStyleLbl="node1" presStyleIdx="2" presStyleCnt="4"/>
      <dgm:spPr/>
    </dgm:pt>
    <dgm:pt modelId="{14B27A0E-380E-4ACE-8318-F865178E314C}" type="pres">
      <dgm:prSet presAssocID="{467B445F-1DA6-4C16-91CD-6A9BD79C875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729D962-2A97-4339-B45E-469ABB356097}" type="pres">
      <dgm:prSet presAssocID="{467B445F-1DA6-4C16-91CD-6A9BD79C8754}" presName="negativeSpace" presStyleCnt="0"/>
      <dgm:spPr/>
    </dgm:pt>
    <dgm:pt modelId="{FA931A48-F9DD-4BF2-AC9D-019B132F8660}" type="pres">
      <dgm:prSet presAssocID="{467B445F-1DA6-4C16-91CD-6A9BD79C875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37EEA19-9865-4769-8781-D036A381A641}" type="presOf" srcId="{A933A758-0546-475C-92A5-2374FE598BFD}" destId="{EBA7B80E-4B80-4576-8EA8-CA188DE2D5B5}" srcOrd="1" destOrd="0" presId="urn:microsoft.com/office/officeart/2005/8/layout/list1"/>
    <dgm:cxn modelId="{94428625-F142-4B8F-B3CC-B86CACCCAC0E}" type="presOf" srcId="{2B4374FC-002F-49DC-8012-A9927AA3D7DB}" destId="{3E85D6A2-12A4-42DD-9E4F-86DE4961A154}" srcOrd="1" destOrd="0" presId="urn:microsoft.com/office/officeart/2005/8/layout/list1"/>
    <dgm:cxn modelId="{5ECCD128-FB66-4257-B5F6-3FD0BF69695F}" srcId="{7D6579C5-8983-4EE1-BAC3-F225CE83CCE9}" destId="{A933A758-0546-475C-92A5-2374FE598BFD}" srcOrd="0" destOrd="0" parTransId="{2705A37D-AD7D-48C9-87FD-CA9C97932446}" sibTransId="{2560FEA1-DDAB-4DC4-AC0D-A5C75ECDE645}"/>
    <dgm:cxn modelId="{7785BC34-CE4E-4E90-AB93-D1AD70E63475}" type="presOf" srcId="{FB01DD00-751E-41BF-BFF8-01C08F652311}" destId="{8015A3B8-3483-474B-B516-BFE223BB31C5}" srcOrd="1" destOrd="0" presId="urn:microsoft.com/office/officeart/2005/8/layout/list1"/>
    <dgm:cxn modelId="{1C63E066-A5FD-456E-838F-337D47F337BC}" srcId="{7D6579C5-8983-4EE1-BAC3-F225CE83CCE9}" destId="{FB01DD00-751E-41BF-BFF8-01C08F652311}" srcOrd="2" destOrd="0" parTransId="{FA2D18AA-C10E-431A-9E57-8178EF482B1C}" sibTransId="{09E227E4-31CF-4CC9-834B-882D382615DC}"/>
    <dgm:cxn modelId="{EA56534D-F2E9-468F-ADB0-4DD8923452A1}" srcId="{7D6579C5-8983-4EE1-BAC3-F225CE83CCE9}" destId="{2B4374FC-002F-49DC-8012-A9927AA3D7DB}" srcOrd="1" destOrd="0" parTransId="{4AC91EE4-720C-483A-B18F-45FE14044E9B}" sibTransId="{520B1D27-1B51-4EF7-A4EB-73379C99938E}"/>
    <dgm:cxn modelId="{9CF53782-D8AD-4F83-AE50-69C146A69FBD}" type="presOf" srcId="{467B445F-1DA6-4C16-91CD-6A9BD79C8754}" destId="{D44CAF26-5700-4A4F-BF30-B2B1D895E46B}" srcOrd="0" destOrd="0" presId="urn:microsoft.com/office/officeart/2005/8/layout/list1"/>
    <dgm:cxn modelId="{0CCC89B5-8FAA-4EDF-BE2A-913B0D692A86}" type="presOf" srcId="{A933A758-0546-475C-92A5-2374FE598BFD}" destId="{7E6EFCFE-602F-445E-8BF9-9989FA43AC48}" srcOrd="0" destOrd="0" presId="urn:microsoft.com/office/officeart/2005/8/layout/list1"/>
    <dgm:cxn modelId="{D9DAC5B7-2B60-4330-8B77-80AFBF70666A}" type="presOf" srcId="{467B445F-1DA6-4C16-91CD-6A9BD79C8754}" destId="{14B27A0E-380E-4ACE-8318-F865178E314C}" srcOrd="1" destOrd="0" presId="urn:microsoft.com/office/officeart/2005/8/layout/list1"/>
    <dgm:cxn modelId="{2C461CD8-ED1C-4B98-8FE7-AEEA2523416D}" type="presOf" srcId="{2B4374FC-002F-49DC-8012-A9927AA3D7DB}" destId="{4E27E827-4C34-4A8A-A131-87EE2A4B2454}" srcOrd="0" destOrd="0" presId="urn:microsoft.com/office/officeart/2005/8/layout/list1"/>
    <dgm:cxn modelId="{99077AF3-36FF-429B-BBE4-A17B127C1048}" type="presOf" srcId="{7D6579C5-8983-4EE1-BAC3-F225CE83CCE9}" destId="{FB5EAFA8-3A06-4C09-8568-D8B83B6603C4}" srcOrd="0" destOrd="0" presId="urn:microsoft.com/office/officeart/2005/8/layout/list1"/>
    <dgm:cxn modelId="{7A80F0F6-FE93-4B89-97B8-8E9211056B89}" srcId="{7D6579C5-8983-4EE1-BAC3-F225CE83CCE9}" destId="{467B445F-1DA6-4C16-91CD-6A9BD79C8754}" srcOrd="3" destOrd="0" parTransId="{41A9AB67-E21F-49C5-A56F-B71AC5709547}" sibTransId="{BDCE66D6-6DA6-4293-A68F-38FF264B7AEE}"/>
    <dgm:cxn modelId="{30377AF9-7EE4-4884-A6F1-CB948D368B9A}" type="presOf" srcId="{FB01DD00-751E-41BF-BFF8-01C08F652311}" destId="{759D6241-2B6F-4CAF-86E5-D8E2E84524B8}" srcOrd="0" destOrd="0" presId="urn:microsoft.com/office/officeart/2005/8/layout/list1"/>
    <dgm:cxn modelId="{6F784C25-607D-4F19-A8E1-5B8AA08FFF11}" type="presParOf" srcId="{FB5EAFA8-3A06-4C09-8568-D8B83B6603C4}" destId="{9596090D-9EEF-4C07-B844-C6D98543D411}" srcOrd="0" destOrd="0" presId="urn:microsoft.com/office/officeart/2005/8/layout/list1"/>
    <dgm:cxn modelId="{B9E5D1DD-E86C-4C21-B774-C9E71AAA9943}" type="presParOf" srcId="{9596090D-9EEF-4C07-B844-C6D98543D411}" destId="{7E6EFCFE-602F-445E-8BF9-9989FA43AC48}" srcOrd="0" destOrd="0" presId="urn:microsoft.com/office/officeart/2005/8/layout/list1"/>
    <dgm:cxn modelId="{7972D99E-0E0D-4063-9567-3066B740CA9E}" type="presParOf" srcId="{9596090D-9EEF-4C07-B844-C6D98543D411}" destId="{EBA7B80E-4B80-4576-8EA8-CA188DE2D5B5}" srcOrd="1" destOrd="0" presId="urn:microsoft.com/office/officeart/2005/8/layout/list1"/>
    <dgm:cxn modelId="{9ABDBE96-FBB4-4483-84C8-AD0293722B02}" type="presParOf" srcId="{FB5EAFA8-3A06-4C09-8568-D8B83B6603C4}" destId="{EE669EE1-D50B-4EFB-8053-160DDB545AD9}" srcOrd="1" destOrd="0" presId="urn:microsoft.com/office/officeart/2005/8/layout/list1"/>
    <dgm:cxn modelId="{B641CF4F-1EE3-49CF-B5B7-D43C87C2E162}" type="presParOf" srcId="{FB5EAFA8-3A06-4C09-8568-D8B83B6603C4}" destId="{7E5E930F-DDFB-41EC-9C43-6C904BB28C2A}" srcOrd="2" destOrd="0" presId="urn:microsoft.com/office/officeart/2005/8/layout/list1"/>
    <dgm:cxn modelId="{455578ED-AD7F-454B-8F13-B2539FD9A231}" type="presParOf" srcId="{FB5EAFA8-3A06-4C09-8568-D8B83B6603C4}" destId="{5A411233-B92F-4496-9532-F1D96F770402}" srcOrd="3" destOrd="0" presId="urn:microsoft.com/office/officeart/2005/8/layout/list1"/>
    <dgm:cxn modelId="{C8FEDE67-768E-43D6-8388-1A9CED68745A}" type="presParOf" srcId="{FB5EAFA8-3A06-4C09-8568-D8B83B6603C4}" destId="{8E182CBA-D23A-4732-AA9E-7702CF9A5917}" srcOrd="4" destOrd="0" presId="urn:microsoft.com/office/officeart/2005/8/layout/list1"/>
    <dgm:cxn modelId="{54815750-9A40-4F94-86A1-E2D46958D9DA}" type="presParOf" srcId="{8E182CBA-D23A-4732-AA9E-7702CF9A5917}" destId="{4E27E827-4C34-4A8A-A131-87EE2A4B2454}" srcOrd="0" destOrd="0" presId="urn:microsoft.com/office/officeart/2005/8/layout/list1"/>
    <dgm:cxn modelId="{9C165036-ADF4-461B-91BC-F90512D18B66}" type="presParOf" srcId="{8E182CBA-D23A-4732-AA9E-7702CF9A5917}" destId="{3E85D6A2-12A4-42DD-9E4F-86DE4961A154}" srcOrd="1" destOrd="0" presId="urn:microsoft.com/office/officeart/2005/8/layout/list1"/>
    <dgm:cxn modelId="{AE5ABD8D-B597-4E61-ABC7-6DCB593A1965}" type="presParOf" srcId="{FB5EAFA8-3A06-4C09-8568-D8B83B6603C4}" destId="{CA03DDBA-3C37-431A-9F9F-94E14AB3E605}" srcOrd="5" destOrd="0" presId="urn:microsoft.com/office/officeart/2005/8/layout/list1"/>
    <dgm:cxn modelId="{D5234535-3E56-4CC0-9B49-6E837905D777}" type="presParOf" srcId="{FB5EAFA8-3A06-4C09-8568-D8B83B6603C4}" destId="{F68E77B6-D234-4D40-8D02-D04C235314B5}" srcOrd="6" destOrd="0" presId="urn:microsoft.com/office/officeart/2005/8/layout/list1"/>
    <dgm:cxn modelId="{0E7BF5BB-09DC-4871-9098-C90E66CBEBEA}" type="presParOf" srcId="{FB5EAFA8-3A06-4C09-8568-D8B83B6603C4}" destId="{F4AC70AC-9DE8-44FE-B0B8-165592AADEB1}" srcOrd="7" destOrd="0" presId="urn:microsoft.com/office/officeart/2005/8/layout/list1"/>
    <dgm:cxn modelId="{2CA50711-3087-4957-BEEF-9BDBEDE0FC98}" type="presParOf" srcId="{FB5EAFA8-3A06-4C09-8568-D8B83B6603C4}" destId="{76DA9C56-6F40-419B-84B8-9464E2848496}" srcOrd="8" destOrd="0" presId="urn:microsoft.com/office/officeart/2005/8/layout/list1"/>
    <dgm:cxn modelId="{304F8445-AACD-4F4D-A940-14C5A02077E8}" type="presParOf" srcId="{76DA9C56-6F40-419B-84B8-9464E2848496}" destId="{759D6241-2B6F-4CAF-86E5-D8E2E84524B8}" srcOrd="0" destOrd="0" presId="urn:microsoft.com/office/officeart/2005/8/layout/list1"/>
    <dgm:cxn modelId="{B124329F-460F-439E-87E7-E370758B7DA8}" type="presParOf" srcId="{76DA9C56-6F40-419B-84B8-9464E2848496}" destId="{8015A3B8-3483-474B-B516-BFE223BB31C5}" srcOrd="1" destOrd="0" presId="urn:microsoft.com/office/officeart/2005/8/layout/list1"/>
    <dgm:cxn modelId="{7DC1F762-F563-44A7-A0D1-98C40681BB24}" type="presParOf" srcId="{FB5EAFA8-3A06-4C09-8568-D8B83B6603C4}" destId="{4367F59D-AD26-494F-AF21-B321A50FA9E1}" srcOrd="9" destOrd="0" presId="urn:microsoft.com/office/officeart/2005/8/layout/list1"/>
    <dgm:cxn modelId="{FA04C07C-2991-452B-A335-4E308D504BB1}" type="presParOf" srcId="{FB5EAFA8-3A06-4C09-8568-D8B83B6603C4}" destId="{3ED314B4-6ED0-48E1-BD55-ECB04F16801E}" srcOrd="10" destOrd="0" presId="urn:microsoft.com/office/officeart/2005/8/layout/list1"/>
    <dgm:cxn modelId="{1B626AD8-8125-4650-A616-015099287BEC}" type="presParOf" srcId="{FB5EAFA8-3A06-4C09-8568-D8B83B6603C4}" destId="{0EA48B4E-8A6D-4E9C-B0E4-3716B3462616}" srcOrd="11" destOrd="0" presId="urn:microsoft.com/office/officeart/2005/8/layout/list1"/>
    <dgm:cxn modelId="{76FDC100-39E5-4855-BF57-C0897D34557C}" type="presParOf" srcId="{FB5EAFA8-3A06-4C09-8568-D8B83B6603C4}" destId="{6BA12B34-5148-4FE5-B492-A585B0550A27}" srcOrd="12" destOrd="0" presId="urn:microsoft.com/office/officeart/2005/8/layout/list1"/>
    <dgm:cxn modelId="{17486F0B-0F1F-411E-AE52-B364B1D5E51B}" type="presParOf" srcId="{6BA12B34-5148-4FE5-B492-A585B0550A27}" destId="{D44CAF26-5700-4A4F-BF30-B2B1D895E46B}" srcOrd="0" destOrd="0" presId="urn:microsoft.com/office/officeart/2005/8/layout/list1"/>
    <dgm:cxn modelId="{7677A2DD-D560-4884-B191-D00F7D20BEB6}" type="presParOf" srcId="{6BA12B34-5148-4FE5-B492-A585B0550A27}" destId="{14B27A0E-380E-4ACE-8318-F865178E314C}" srcOrd="1" destOrd="0" presId="urn:microsoft.com/office/officeart/2005/8/layout/list1"/>
    <dgm:cxn modelId="{55653330-1BA1-4883-983E-4F74B2941743}" type="presParOf" srcId="{FB5EAFA8-3A06-4C09-8568-D8B83B6603C4}" destId="{2729D962-2A97-4339-B45E-469ABB356097}" srcOrd="13" destOrd="0" presId="urn:microsoft.com/office/officeart/2005/8/layout/list1"/>
    <dgm:cxn modelId="{AC932E62-9CF5-4C8B-9201-E0D083025A97}" type="presParOf" srcId="{FB5EAFA8-3A06-4C09-8568-D8B83B6603C4}" destId="{FA931A48-F9DD-4BF2-AC9D-019B132F866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4B9254-7054-43ED-82A4-5436E0F1E98F}" type="doc">
      <dgm:prSet loTypeId="urn:microsoft.com/office/officeart/2005/8/layout/default" loCatId="list" qsTypeId="urn:microsoft.com/office/officeart/2005/8/quickstyle/simple1#10" qsCatId="simple" csTypeId="urn:microsoft.com/office/officeart/2005/8/colors/accent1_2#11" csCatId="accent1"/>
      <dgm:spPr/>
      <dgm:t>
        <a:bodyPr/>
        <a:lstStyle/>
        <a:p>
          <a:endParaRPr lang="en-US"/>
        </a:p>
      </dgm:t>
    </dgm:pt>
    <dgm:pt modelId="{2E411844-F88D-47FC-9793-C85817600EC9}">
      <dgm:prSet/>
      <dgm:spPr/>
      <dgm:t>
        <a:bodyPr/>
        <a:lstStyle/>
        <a:p>
          <a:r>
            <a:rPr lang="en-US"/>
            <a:t>Web portals</a:t>
          </a:r>
        </a:p>
      </dgm:t>
    </dgm:pt>
    <dgm:pt modelId="{00DBB0D0-7B01-4E02-A2F6-89911466462C}" type="parTrans" cxnId="{F20E509A-8444-4E8D-8B92-9C59FA115171}">
      <dgm:prSet/>
      <dgm:spPr/>
      <dgm:t>
        <a:bodyPr/>
        <a:lstStyle/>
        <a:p>
          <a:endParaRPr lang="en-US"/>
        </a:p>
      </dgm:t>
    </dgm:pt>
    <dgm:pt modelId="{3FA5E37F-72AE-4D95-9B9E-700969FC60CF}" type="sibTrans" cxnId="{F20E509A-8444-4E8D-8B92-9C59FA115171}">
      <dgm:prSet/>
      <dgm:spPr/>
      <dgm:t>
        <a:bodyPr/>
        <a:lstStyle/>
        <a:p>
          <a:endParaRPr lang="en-US"/>
        </a:p>
      </dgm:t>
    </dgm:pt>
    <dgm:pt modelId="{62BF75E3-2FC9-4FEA-A02B-C269A6934CEB}">
      <dgm:prSet/>
      <dgm:spPr/>
      <dgm:t>
        <a:bodyPr/>
        <a:lstStyle/>
        <a:p>
          <a:r>
            <a:rPr lang="en-US"/>
            <a:t>Programmatically</a:t>
          </a:r>
        </a:p>
      </dgm:t>
    </dgm:pt>
    <dgm:pt modelId="{E8ED4BC6-EF5F-4FE7-A700-D09EBD563C25}" type="parTrans" cxnId="{D614C3CE-6378-472B-BF8D-76C99F5989B4}">
      <dgm:prSet/>
      <dgm:spPr/>
      <dgm:t>
        <a:bodyPr/>
        <a:lstStyle/>
        <a:p>
          <a:endParaRPr lang="en-US"/>
        </a:p>
      </dgm:t>
    </dgm:pt>
    <dgm:pt modelId="{4AB20A5A-366A-41D0-B9FF-8B9A80189D1F}" type="sibTrans" cxnId="{D614C3CE-6378-472B-BF8D-76C99F5989B4}">
      <dgm:prSet/>
      <dgm:spPr/>
      <dgm:t>
        <a:bodyPr/>
        <a:lstStyle/>
        <a:p>
          <a:endParaRPr lang="en-US"/>
        </a:p>
      </dgm:t>
    </dgm:pt>
    <dgm:pt modelId="{B8477D0B-E83F-4594-BA8B-F177E3D44344}">
      <dgm:prSet/>
      <dgm:spPr/>
      <dgm:t>
        <a:bodyPr/>
        <a:lstStyle/>
        <a:p>
          <a:r>
            <a:rPr lang="en-US"/>
            <a:t>Agents</a:t>
          </a:r>
        </a:p>
      </dgm:t>
    </dgm:pt>
    <dgm:pt modelId="{14F849BA-6813-49FA-ABED-314264804CBC}" type="parTrans" cxnId="{D379FDEA-A030-4FA9-891E-5DC3C0A2EC76}">
      <dgm:prSet/>
      <dgm:spPr/>
      <dgm:t>
        <a:bodyPr/>
        <a:lstStyle/>
        <a:p>
          <a:endParaRPr lang="en-US"/>
        </a:p>
      </dgm:t>
    </dgm:pt>
    <dgm:pt modelId="{AA0DBF1D-F6A6-42C4-B5D9-3003473B1461}" type="sibTrans" cxnId="{D379FDEA-A030-4FA9-891E-5DC3C0A2EC76}">
      <dgm:prSet/>
      <dgm:spPr/>
      <dgm:t>
        <a:bodyPr/>
        <a:lstStyle/>
        <a:p>
          <a:endParaRPr lang="en-US"/>
        </a:p>
      </dgm:t>
    </dgm:pt>
    <dgm:pt modelId="{19D4030F-EAB1-4886-8613-711CF3B5D6CC}" type="pres">
      <dgm:prSet presAssocID="{9A4B9254-7054-43ED-82A4-5436E0F1E98F}" presName="diagram" presStyleCnt="0">
        <dgm:presLayoutVars>
          <dgm:dir/>
          <dgm:resizeHandles val="exact"/>
        </dgm:presLayoutVars>
      </dgm:prSet>
      <dgm:spPr/>
    </dgm:pt>
    <dgm:pt modelId="{BB5BAE50-2152-47DB-86C1-F51B0E1066E7}" type="pres">
      <dgm:prSet presAssocID="{2E411844-F88D-47FC-9793-C85817600EC9}" presName="node" presStyleLbl="node1" presStyleIdx="0" presStyleCnt="3">
        <dgm:presLayoutVars>
          <dgm:bulletEnabled val="1"/>
        </dgm:presLayoutVars>
      </dgm:prSet>
      <dgm:spPr/>
    </dgm:pt>
    <dgm:pt modelId="{73248668-B621-49F0-94FB-D1CEC0395F1B}" type="pres">
      <dgm:prSet presAssocID="{3FA5E37F-72AE-4D95-9B9E-700969FC60CF}" presName="sibTrans" presStyleCnt="0"/>
      <dgm:spPr/>
    </dgm:pt>
    <dgm:pt modelId="{C817E64D-12CD-44FE-8CAA-3CFDDD09C47E}" type="pres">
      <dgm:prSet presAssocID="{62BF75E3-2FC9-4FEA-A02B-C269A6934CEB}" presName="node" presStyleLbl="node1" presStyleIdx="1" presStyleCnt="3">
        <dgm:presLayoutVars>
          <dgm:bulletEnabled val="1"/>
        </dgm:presLayoutVars>
      </dgm:prSet>
      <dgm:spPr/>
    </dgm:pt>
    <dgm:pt modelId="{286797C5-98E0-4485-89B3-F7B3B2399CB5}" type="pres">
      <dgm:prSet presAssocID="{4AB20A5A-366A-41D0-B9FF-8B9A80189D1F}" presName="sibTrans" presStyleCnt="0"/>
      <dgm:spPr/>
    </dgm:pt>
    <dgm:pt modelId="{A28C5730-31AB-48CC-8C73-870A271AFD49}" type="pres">
      <dgm:prSet presAssocID="{B8477D0B-E83F-4594-BA8B-F177E3D44344}" presName="node" presStyleLbl="node1" presStyleIdx="2" presStyleCnt="3">
        <dgm:presLayoutVars>
          <dgm:bulletEnabled val="1"/>
        </dgm:presLayoutVars>
      </dgm:prSet>
      <dgm:spPr/>
    </dgm:pt>
  </dgm:ptLst>
  <dgm:cxnLst>
    <dgm:cxn modelId="{99783406-A9DF-4141-99D5-20A900A37F4E}" type="presOf" srcId="{62BF75E3-2FC9-4FEA-A02B-C269A6934CEB}" destId="{C817E64D-12CD-44FE-8CAA-3CFDDD09C47E}" srcOrd="0" destOrd="0" presId="urn:microsoft.com/office/officeart/2005/8/layout/default"/>
    <dgm:cxn modelId="{74428F27-50D3-49B4-9202-B160E09C9E80}" type="presOf" srcId="{2E411844-F88D-47FC-9793-C85817600EC9}" destId="{BB5BAE50-2152-47DB-86C1-F51B0E1066E7}" srcOrd="0" destOrd="0" presId="urn:microsoft.com/office/officeart/2005/8/layout/default"/>
    <dgm:cxn modelId="{C3F6A945-1B58-4E7A-9BBB-F163881092A4}" type="presOf" srcId="{B8477D0B-E83F-4594-BA8B-F177E3D44344}" destId="{A28C5730-31AB-48CC-8C73-870A271AFD49}" srcOrd="0" destOrd="0" presId="urn:microsoft.com/office/officeart/2005/8/layout/default"/>
    <dgm:cxn modelId="{A5C06993-76A7-44E4-A2E5-B626214ABAF1}" type="presOf" srcId="{9A4B9254-7054-43ED-82A4-5436E0F1E98F}" destId="{19D4030F-EAB1-4886-8613-711CF3B5D6CC}" srcOrd="0" destOrd="0" presId="urn:microsoft.com/office/officeart/2005/8/layout/default"/>
    <dgm:cxn modelId="{F20E509A-8444-4E8D-8B92-9C59FA115171}" srcId="{9A4B9254-7054-43ED-82A4-5436E0F1E98F}" destId="{2E411844-F88D-47FC-9793-C85817600EC9}" srcOrd="0" destOrd="0" parTransId="{00DBB0D0-7B01-4E02-A2F6-89911466462C}" sibTransId="{3FA5E37F-72AE-4D95-9B9E-700969FC60CF}"/>
    <dgm:cxn modelId="{D614C3CE-6378-472B-BF8D-76C99F5989B4}" srcId="{9A4B9254-7054-43ED-82A4-5436E0F1E98F}" destId="{62BF75E3-2FC9-4FEA-A02B-C269A6934CEB}" srcOrd="1" destOrd="0" parTransId="{E8ED4BC6-EF5F-4FE7-A700-D09EBD563C25}" sibTransId="{4AB20A5A-366A-41D0-B9FF-8B9A80189D1F}"/>
    <dgm:cxn modelId="{D379FDEA-A030-4FA9-891E-5DC3C0A2EC76}" srcId="{9A4B9254-7054-43ED-82A4-5436E0F1E98F}" destId="{B8477D0B-E83F-4594-BA8B-F177E3D44344}" srcOrd="2" destOrd="0" parTransId="{14F849BA-6813-49FA-ABED-314264804CBC}" sibTransId="{AA0DBF1D-F6A6-42C4-B5D9-3003473B1461}"/>
    <dgm:cxn modelId="{37F7E3E6-4077-4848-8412-8F894FCA4ACA}" type="presParOf" srcId="{19D4030F-EAB1-4886-8613-711CF3B5D6CC}" destId="{BB5BAE50-2152-47DB-86C1-F51B0E1066E7}" srcOrd="0" destOrd="0" presId="urn:microsoft.com/office/officeart/2005/8/layout/default"/>
    <dgm:cxn modelId="{E0B9B15F-8FF3-448B-8F82-C76533B9140B}" type="presParOf" srcId="{19D4030F-EAB1-4886-8613-711CF3B5D6CC}" destId="{73248668-B621-49F0-94FB-D1CEC0395F1B}" srcOrd="1" destOrd="0" presId="urn:microsoft.com/office/officeart/2005/8/layout/default"/>
    <dgm:cxn modelId="{71766522-D9BD-4BEC-902C-F7FDD948C402}" type="presParOf" srcId="{19D4030F-EAB1-4886-8613-711CF3B5D6CC}" destId="{C817E64D-12CD-44FE-8CAA-3CFDDD09C47E}" srcOrd="2" destOrd="0" presId="urn:microsoft.com/office/officeart/2005/8/layout/default"/>
    <dgm:cxn modelId="{3C90EF9B-D478-4143-8FCC-F64ACBE8BEEB}" type="presParOf" srcId="{19D4030F-EAB1-4886-8613-711CF3B5D6CC}" destId="{286797C5-98E0-4485-89B3-F7B3B2399CB5}" srcOrd="3" destOrd="0" presId="urn:microsoft.com/office/officeart/2005/8/layout/default"/>
    <dgm:cxn modelId="{6D680AA2-8AF1-47E3-A4B1-20D9E4C17383}" type="presParOf" srcId="{19D4030F-EAB1-4886-8613-711CF3B5D6CC}" destId="{A28C5730-31AB-48CC-8C73-870A271AFD4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53136A-3CBC-4824-8424-697B6FA84C50}" type="doc">
      <dgm:prSet loTypeId="urn:microsoft.com/office/officeart/2018/2/layout/IconVerticalSolidList" loCatId="icon" qsTypeId="urn:microsoft.com/office/officeart/2005/8/quickstyle/simple1#1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245AC2CB-BCD8-4F57-B7F1-D724EA80875F}">
      <dgm:prSet/>
      <dgm:spPr/>
      <dgm:t>
        <a:bodyPr/>
        <a:lstStyle/>
        <a:p>
          <a:r>
            <a:rPr lang="en-US"/>
            <a:t>OpenAI API Standards</a:t>
          </a:r>
        </a:p>
      </dgm:t>
    </dgm:pt>
    <dgm:pt modelId="{769AC4AF-8F94-493D-BAA0-1D96356BAE80}" type="parTrans" cxnId="{FCFFA93A-06B1-4D00-86F3-0F51CE9807FC}">
      <dgm:prSet/>
      <dgm:spPr/>
      <dgm:t>
        <a:bodyPr/>
        <a:lstStyle/>
        <a:p>
          <a:endParaRPr lang="en-US"/>
        </a:p>
      </dgm:t>
    </dgm:pt>
    <dgm:pt modelId="{C3823BE3-789A-431C-8CB0-65637C27AF79}" type="sibTrans" cxnId="{FCFFA93A-06B1-4D00-86F3-0F51CE9807FC}">
      <dgm:prSet/>
      <dgm:spPr/>
      <dgm:t>
        <a:bodyPr/>
        <a:lstStyle/>
        <a:p>
          <a:endParaRPr lang="en-US"/>
        </a:p>
      </dgm:t>
    </dgm:pt>
    <dgm:pt modelId="{3781BBE7-8271-4814-A0D9-33898F662DE4}">
      <dgm:prSet/>
      <dgm:spPr/>
      <dgm:t>
        <a:bodyPr/>
        <a:lstStyle/>
        <a:p>
          <a:endParaRPr lang="en-US" dirty="0"/>
        </a:p>
      </dgm:t>
    </dgm:pt>
    <dgm:pt modelId="{20599EB7-D8C4-46DB-A503-8B23A7BFF986}" type="parTrans" cxnId="{EF4F4BB6-C7D1-4863-8725-E705E77594CC}">
      <dgm:prSet/>
      <dgm:spPr/>
      <dgm:t>
        <a:bodyPr/>
        <a:lstStyle/>
        <a:p>
          <a:endParaRPr lang="en-US"/>
        </a:p>
      </dgm:t>
    </dgm:pt>
    <dgm:pt modelId="{094FA787-D3DB-448B-ADF4-A1BC6D53AAE1}" type="sibTrans" cxnId="{EF4F4BB6-C7D1-4863-8725-E705E77594CC}">
      <dgm:prSet/>
      <dgm:spPr/>
      <dgm:t>
        <a:bodyPr/>
        <a:lstStyle/>
        <a:p>
          <a:endParaRPr lang="en-US"/>
        </a:p>
      </dgm:t>
    </dgm:pt>
    <dgm:pt modelId="{1F5BCCAD-9245-45FA-B07B-AD142ABB1F3F}">
      <dgm:prSet/>
      <dgm:spPr/>
      <dgm:t>
        <a:bodyPr/>
        <a:lstStyle/>
        <a:p>
          <a:r>
            <a:rPr lang="en-US"/>
            <a:t>Allows for applications to interact with LLMs</a:t>
          </a:r>
        </a:p>
      </dgm:t>
    </dgm:pt>
    <dgm:pt modelId="{D2A921C5-DC50-4985-A026-C5E349B55DBF}" type="parTrans" cxnId="{C31DBEF3-2CCF-474E-817C-5C5FCDD15997}">
      <dgm:prSet/>
      <dgm:spPr/>
      <dgm:t>
        <a:bodyPr/>
        <a:lstStyle/>
        <a:p>
          <a:endParaRPr lang="en-US"/>
        </a:p>
      </dgm:t>
    </dgm:pt>
    <dgm:pt modelId="{CFD7C907-93F5-408A-969B-6941E40331BD}" type="sibTrans" cxnId="{C31DBEF3-2CCF-474E-817C-5C5FCDD15997}">
      <dgm:prSet/>
      <dgm:spPr/>
      <dgm:t>
        <a:bodyPr/>
        <a:lstStyle/>
        <a:p>
          <a:endParaRPr lang="en-US"/>
        </a:p>
      </dgm:t>
    </dgm:pt>
    <dgm:pt modelId="{72EA77C2-789A-4617-A1B4-120ACA2A07AA}">
      <dgm:prSet/>
      <dgm:spPr/>
      <dgm:t>
        <a:bodyPr/>
        <a:lstStyle/>
        <a:p>
          <a:r>
            <a:rPr lang="en-US" dirty="0"/>
            <a:t>Can interact with both OpenAI’s API and third-party vendors</a:t>
          </a:r>
        </a:p>
      </dgm:t>
    </dgm:pt>
    <dgm:pt modelId="{CD902B45-535F-49FF-8843-DB523A7D6D29}" type="parTrans" cxnId="{35628DD5-5B91-402C-91A0-6FE3393CDC6E}">
      <dgm:prSet/>
      <dgm:spPr/>
      <dgm:t>
        <a:bodyPr/>
        <a:lstStyle/>
        <a:p>
          <a:endParaRPr lang="en-US"/>
        </a:p>
      </dgm:t>
    </dgm:pt>
    <dgm:pt modelId="{71F4EE27-9E83-4709-9473-9D7D9ED048E5}" type="sibTrans" cxnId="{35628DD5-5B91-402C-91A0-6FE3393CDC6E}">
      <dgm:prSet/>
      <dgm:spPr/>
      <dgm:t>
        <a:bodyPr/>
        <a:lstStyle/>
        <a:p>
          <a:endParaRPr lang="en-US"/>
        </a:p>
      </dgm:t>
    </dgm:pt>
    <dgm:pt modelId="{7B1890DB-59F1-425A-96E5-B5F834126A71}" type="pres">
      <dgm:prSet presAssocID="{3B53136A-3CBC-4824-8424-697B6FA84C50}" presName="root" presStyleCnt="0">
        <dgm:presLayoutVars>
          <dgm:dir/>
          <dgm:resizeHandles val="exact"/>
        </dgm:presLayoutVars>
      </dgm:prSet>
      <dgm:spPr/>
    </dgm:pt>
    <dgm:pt modelId="{2740438E-52FC-4529-8DCA-B1B2C306961A}" type="pres">
      <dgm:prSet presAssocID="{245AC2CB-BCD8-4F57-B7F1-D724EA80875F}" presName="compNode" presStyleCnt="0"/>
      <dgm:spPr/>
    </dgm:pt>
    <dgm:pt modelId="{2AEED590-1620-4966-886C-CC4AFA2A146F}" type="pres">
      <dgm:prSet presAssocID="{245AC2CB-BCD8-4F57-B7F1-D724EA80875F}" presName="bgRect" presStyleLbl="bgShp" presStyleIdx="0" presStyleCnt="3"/>
      <dgm:spPr/>
    </dgm:pt>
    <dgm:pt modelId="{B5A274D4-0476-4B52-9857-A50040E70672}" type="pres">
      <dgm:prSet presAssocID="{245AC2CB-BCD8-4F57-B7F1-D724EA8087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58B8D42-0BE3-48BE-8BD9-467C0584DCB4}" type="pres">
      <dgm:prSet presAssocID="{245AC2CB-BCD8-4F57-B7F1-D724EA80875F}" presName="spaceRect" presStyleCnt="0"/>
      <dgm:spPr/>
    </dgm:pt>
    <dgm:pt modelId="{2F66A53E-0813-42CC-9E9A-28933D1D2FCD}" type="pres">
      <dgm:prSet presAssocID="{245AC2CB-BCD8-4F57-B7F1-D724EA80875F}" presName="parTx" presStyleLbl="revTx" presStyleIdx="0" presStyleCnt="4">
        <dgm:presLayoutVars>
          <dgm:chMax val="0"/>
          <dgm:chPref val="0"/>
        </dgm:presLayoutVars>
      </dgm:prSet>
      <dgm:spPr/>
    </dgm:pt>
    <dgm:pt modelId="{4AF565A0-6165-414E-8985-89714FEDC870}" type="pres">
      <dgm:prSet presAssocID="{245AC2CB-BCD8-4F57-B7F1-D724EA80875F}" presName="desTx" presStyleLbl="revTx" presStyleIdx="1" presStyleCnt="4">
        <dgm:presLayoutVars/>
      </dgm:prSet>
      <dgm:spPr/>
    </dgm:pt>
    <dgm:pt modelId="{91391D51-9718-4B84-978B-E9D71EFB318E}" type="pres">
      <dgm:prSet presAssocID="{C3823BE3-789A-431C-8CB0-65637C27AF79}" presName="sibTrans" presStyleCnt="0"/>
      <dgm:spPr/>
    </dgm:pt>
    <dgm:pt modelId="{8806A1A7-F994-4D00-893E-0A173103AEB9}" type="pres">
      <dgm:prSet presAssocID="{1F5BCCAD-9245-45FA-B07B-AD142ABB1F3F}" presName="compNode" presStyleCnt="0"/>
      <dgm:spPr/>
    </dgm:pt>
    <dgm:pt modelId="{9E87A611-D4AE-4219-9AEA-20755F542EEE}" type="pres">
      <dgm:prSet presAssocID="{1F5BCCAD-9245-45FA-B07B-AD142ABB1F3F}" presName="bgRect" presStyleLbl="bgShp" presStyleIdx="1" presStyleCnt="3"/>
      <dgm:spPr/>
    </dgm:pt>
    <dgm:pt modelId="{27909147-834A-4DE2-8742-CCF0A359B702}" type="pres">
      <dgm:prSet presAssocID="{1F5BCCAD-9245-45FA-B07B-AD142ABB1F3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315504A-D3B5-4456-9CCE-F0B470F874ED}" type="pres">
      <dgm:prSet presAssocID="{1F5BCCAD-9245-45FA-B07B-AD142ABB1F3F}" presName="spaceRect" presStyleCnt="0"/>
      <dgm:spPr/>
    </dgm:pt>
    <dgm:pt modelId="{60E45B81-1C2F-4DA4-941A-4EFFF90BF00E}" type="pres">
      <dgm:prSet presAssocID="{1F5BCCAD-9245-45FA-B07B-AD142ABB1F3F}" presName="parTx" presStyleLbl="revTx" presStyleIdx="2" presStyleCnt="4">
        <dgm:presLayoutVars>
          <dgm:chMax val="0"/>
          <dgm:chPref val="0"/>
        </dgm:presLayoutVars>
      </dgm:prSet>
      <dgm:spPr/>
    </dgm:pt>
    <dgm:pt modelId="{BABBAF48-7737-48F2-9F5C-EA31A4ED9736}" type="pres">
      <dgm:prSet presAssocID="{CFD7C907-93F5-408A-969B-6941E40331BD}" presName="sibTrans" presStyleCnt="0"/>
      <dgm:spPr/>
    </dgm:pt>
    <dgm:pt modelId="{7D3E4DCA-D318-4E20-84D7-C22C78F3429B}" type="pres">
      <dgm:prSet presAssocID="{72EA77C2-789A-4617-A1B4-120ACA2A07AA}" presName="compNode" presStyleCnt="0"/>
      <dgm:spPr/>
    </dgm:pt>
    <dgm:pt modelId="{C7430292-7802-4CA2-970E-B0CF8AB01FE3}" type="pres">
      <dgm:prSet presAssocID="{72EA77C2-789A-4617-A1B4-120ACA2A07AA}" presName="bgRect" presStyleLbl="bgShp" presStyleIdx="2" presStyleCnt="3"/>
      <dgm:spPr/>
    </dgm:pt>
    <dgm:pt modelId="{F4DE6692-7B5F-43FC-A892-7E129B13886B}" type="pres">
      <dgm:prSet presAssocID="{72EA77C2-789A-4617-A1B4-120ACA2A07A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D4264D9-ADEF-4FFC-8B2E-DC8498DEC9E7}" type="pres">
      <dgm:prSet presAssocID="{72EA77C2-789A-4617-A1B4-120ACA2A07AA}" presName="spaceRect" presStyleCnt="0"/>
      <dgm:spPr/>
    </dgm:pt>
    <dgm:pt modelId="{29C35A58-AB2A-43D4-B085-174A386BDF24}" type="pres">
      <dgm:prSet presAssocID="{72EA77C2-789A-4617-A1B4-120ACA2A07A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F33D3A-3C5D-41D6-9396-56E34AC8D504}" type="presOf" srcId="{3781BBE7-8271-4814-A0D9-33898F662DE4}" destId="{4AF565A0-6165-414E-8985-89714FEDC870}" srcOrd="0" destOrd="0" presId="urn:microsoft.com/office/officeart/2018/2/layout/IconVerticalSolidList"/>
    <dgm:cxn modelId="{6B156B3A-EAD9-4556-A474-499B3966E55D}" type="presOf" srcId="{245AC2CB-BCD8-4F57-B7F1-D724EA80875F}" destId="{2F66A53E-0813-42CC-9E9A-28933D1D2FCD}" srcOrd="0" destOrd="0" presId="urn:microsoft.com/office/officeart/2018/2/layout/IconVerticalSolidList"/>
    <dgm:cxn modelId="{FCFFA93A-06B1-4D00-86F3-0F51CE9807FC}" srcId="{3B53136A-3CBC-4824-8424-697B6FA84C50}" destId="{245AC2CB-BCD8-4F57-B7F1-D724EA80875F}" srcOrd="0" destOrd="0" parTransId="{769AC4AF-8F94-493D-BAA0-1D96356BAE80}" sibTransId="{C3823BE3-789A-431C-8CB0-65637C27AF79}"/>
    <dgm:cxn modelId="{9CE64153-E33D-4687-B3DB-501A12ECD1FF}" type="presOf" srcId="{72EA77C2-789A-4617-A1B4-120ACA2A07AA}" destId="{29C35A58-AB2A-43D4-B085-174A386BDF24}" srcOrd="0" destOrd="0" presId="urn:microsoft.com/office/officeart/2018/2/layout/IconVerticalSolidList"/>
    <dgm:cxn modelId="{EF4F4BB6-C7D1-4863-8725-E705E77594CC}" srcId="{245AC2CB-BCD8-4F57-B7F1-D724EA80875F}" destId="{3781BBE7-8271-4814-A0D9-33898F662DE4}" srcOrd="0" destOrd="0" parTransId="{20599EB7-D8C4-46DB-A503-8B23A7BFF986}" sibTransId="{094FA787-D3DB-448B-ADF4-A1BC6D53AAE1}"/>
    <dgm:cxn modelId="{9DE231D4-2EC4-4E12-9B2A-D5025EC6B9B4}" type="presOf" srcId="{1F5BCCAD-9245-45FA-B07B-AD142ABB1F3F}" destId="{60E45B81-1C2F-4DA4-941A-4EFFF90BF00E}" srcOrd="0" destOrd="0" presId="urn:microsoft.com/office/officeart/2018/2/layout/IconVerticalSolidList"/>
    <dgm:cxn modelId="{35628DD5-5B91-402C-91A0-6FE3393CDC6E}" srcId="{3B53136A-3CBC-4824-8424-697B6FA84C50}" destId="{72EA77C2-789A-4617-A1B4-120ACA2A07AA}" srcOrd="2" destOrd="0" parTransId="{CD902B45-535F-49FF-8843-DB523A7D6D29}" sibTransId="{71F4EE27-9E83-4709-9473-9D7D9ED048E5}"/>
    <dgm:cxn modelId="{C31DBEF3-2CCF-474E-817C-5C5FCDD15997}" srcId="{3B53136A-3CBC-4824-8424-697B6FA84C50}" destId="{1F5BCCAD-9245-45FA-B07B-AD142ABB1F3F}" srcOrd="1" destOrd="0" parTransId="{D2A921C5-DC50-4985-A026-C5E349B55DBF}" sibTransId="{CFD7C907-93F5-408A-969B-6941E40331BD}"/>
    <dgm:cxn modelId="{EDF62AFB-1BFB-4540-9816-C3FED1097825}" type="presOf" srcId="{3B53136A-3CBC-4824-8424-697B6FA84C50}" destId="{7B1890DB-59F1-425A-96E5-B5F834126A71}" srcOrd="0" destOrd="0" presId="urn:microsoft.com/office/officeart/2018/2/layout/IconVerticalSolidList"/>
    <dgm:cxn modelId="{1200DAED-A031-4C72-9439-881E31B78A26}" type="presParOf" srcId="{7B1890DB-59F1-425A-96E5-B5F834126A71}" destId="{2740438E-52FC-4529-8DCA-B1B2C306961A}" srcOrd="0" destOrd="0" presId="urn:microsoft.com/office/officeart/2018/2/layout/IconVerticalSolidList"/>
    <dgm:cxn modelId="{0A4860D9-BA48-4B5E-80D1-C1E4599F5138}" type="presParOf" srcId="{2740438E-52FC-4529-8DCA-B1B2C306961A}" destId="{2AEED590-1620-4966-886C-CC4AFA2A146F}" srcOrd="0" destOrd="0" presId="urn:microsoft.com/office/officeart/2018/2/layout/IconVerticalSolidList"/>
    <dgm:cxn modelId="{8A3CCD51-AEF7-482F-A602-8052CF06E382}" type="presParOf" srcId="{2740438E-52FC-4529-8DCA-B1B2C306961A}" destId="{B5A274D4-0476-4B52-9857-A50040E70672}" srcOrd="1" destOrd="0" presId="urn:microsoft.com/office/officeart/2018/2/layout/IconVerticalSolidList"/>
    <dgm:cxn modelId="{E99F8EAB-81D6-450E-B858-F75D1BAC78B6}" type="presParOf" srcId="{2740438E-52FC-4529-8DCA-B1B2C306961A}" destId="{158B8D42-0BE3-48BE-8BD9-467C0584DCB4}" srcOrd="2" destOrd="0" presId="urn:microsoft.com/office/officeart/2018/2/layout/IconVerticalSolidList"/>
    <dgm:cxn modelId="{1A3BC25B-EA9A-4663-A816-ADEEEA511AD1}" type="presParOf" srcId="{2740438E-52FC-4529-8DCA-B1B2C306961A}" destId="{2F66A53E-0813-42CC-9E9A-28933D1D2FCD}" srcOrd="3" destOrd="0" presId="urn:microsoft.com/office/officeart/2018/2/layout/IconVerticalSolidList"/>
    <dgm:cxn modelId="{CB655869-E8E2-44B4-BBF8-F78B350BE578}" type="presParOf" srcId="{2740438E-52FC-4529-8DCA-B1B2C306961A}" destId="{4AF565A0-6165-414E-8985-89714FEDC870}" srcOrd="4" destOrd="0" presId="urn:microsoft.com/office/officeart/2018/2/layout/IconVerticalSolidList"/>
    <dgm:cxn modelId="{669FED7C-8306-4B13-AAB9-CC56D09BEC0E}" type="presParOf" srcId="{7B1890DB-59F1-425A-96E5-B5F834126A71}" destId="{91391D51-9718-4B84-978B-E9D71EFB318E}" srcOrd="1" destOrd="0" presId="urn:microsoft.com/office/officeart/2018/2/layout/IconVerticalSolidList"/>
    <dgm:cxn modelId="{9A4E3574-F10B-43FB-AC26-765F12544170}" type="presParOf" srcId="{7B1890DB-59F1-425A-96E5-B5F834126A71}" destId="{8806A1A7-F994-4D00-893E-0A173103AEB9}" srcOrd="2" destOrd="0" presId="urn:microsoft.com/office/officeart/2018/2/layout/IconVerticalSolidList"/>
    <dgm:cxn modelId="{6F4938E6-07FD-42C3-846B-E2E45772CB9C}" type="presParOf" srcId="{8806A1A7-F994-4D00-893E-0A173103AEB9}" destId="{9E87A611-D4AE-4219-9AEA-20755F542EEE}" srcOrd="0" destOrd="0" presId="urn:microsoft.com/office/officeart/2018/2/layout/IconVerticalSolidList"/>
    <dgm:cxn modelId="{9CF0F53B-58E9-49C6-9D9B-3006428262B8}" type="presParOf" srcId="{8806A1A7-F994-4D00-893E-0A173103AEB9}" destId="{27909147-834A-4DE2-8742-CCF0A359B702}" srcOrd="1" destOrd="0" presId="urn:microsoft.com/office/officeart/2018/2/layout/IconVerticalSolidList"/>
    <dgm:cxn modelId="{5104E47C-4986-4209-9665-07E23B0C0964}" type="presParOf" srcId="{8806A1A7-F994-4D00-893E-0A173103AEB9}" destId="{3315504A-D3B5-4456-9CCE-F0B470F874ED}" srcOrd="2" destOrd="0" presId="urn:microsoft.com/office/officeart/2018/2/layout/IconVerticalSolidList"/>
    <dgm:cxn modelId="{65850C7E-ADE2-4BC5-BB85-B02B67D98187}" type="presParOf" srcId="{8806A1A7-F994-4D00-893E-0A173103AEB9}" destId="{60E45B81-1C2F-4DA4-941A-4EFFF90BF00E}" srcOrd="3" destOrd="0" presId="urn:microsoft.com/office/officeart/2018/2/layout/IconVerticalSolidList"/>
    <dgm:cxn modelId="{AA8AF67D-167B-41F2-AE01-6A0A8C63E006}" type="presParOf" srcId="{7B1890DB-59F1-425A-96E5-B5F834126A71}" destId="{BABBAF48-7737-48F2-9F5C-EA31A4ED9736}" srcOrd="3" destOrd="0" presId="urn:microsoft.com/office/officeart/2018/2/layout/IconVerticalSolidList"/>
    <dgm:cxn modelId="{09F93116-1226-444B-B767-755D8398C3DC}" type="presParOf" srcId="{7B1890DB-59F1-425A-96E5-B5F834126A71}" destId="{7D3E4DCA-D318-4E20-84D7-C22C78F3429B}" srcOrd="4" destOrd="0" presId="urn:microsoft.com/office/officeart/2018/2/layout/IconVerticalSolidList"/>
    <dgm:cxn modelId="{4EF5BBBA-D88E-4913-851D-AC8506DB4EEC}" type="presParOf" srcId="{7D3E4DCA-D318-4E20-84D7-C22C78F3429B}" destId="{C7430292-7802-4CA2-970E-B0CF8AB01FE3}" srcOrd="0" destOrd="0" presId="urn:microsoft.com/office/officeart/2018/2/layout/IconVerticalSolidList"/>
    <dgm:cxn modelId="{75FD6558-81C8-40DE-A794-1C74F30D455B}" type="presParOf" srcId="{7D3E4DCA-D318-4E20-84D7-C22C78F3429B}" destId="{F4DE6692-7B5F-43FC-A892-7E129B13886B}" srcOrd="1" destOrd="0" presId="urn:microsoft.com/office/officeart/2018/2/layout/IconVerticalSolidList"/>
    <dgm:cxn modelId="{423826F3-E442-45A4-80F4-DA64678C0EB9}" type="presParOf" srcId="{7D3E4DCA-D318-4E20-84D7-C22C78F3429B}" destId="{FD4264D9-ADEF-4FFC-8B2E-DC8498DEC9E7}" srcOrd="2" destOrd="0" presId="urn:microsoft.com/office/officeart/2018/2/layout/IconVerticalSolidList"/>
    <dgm:cxn modelId="{A0E99D6B-9BA2-4579-A260-04D77B3AD7B3}" type="presParOf" srcId="{7D3E4DCA-D318-4E20-84D7-C22C78F3429B}" destId="{29C35A58-AB2A-43D4-B085-174A386BDF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C339F7-2BE4-4C8D-B7C1-16D60CAB400C}" type="doc">
      <dgm:prSet loTypeId="urn:microsoft.com/office/officeart/2005/8/layout/list1" loCatId="list" qsTypeId="urn:microsoft.com/office/officeart/2005/8/quickstyle/simple1#13" qsCatId="simple" csTypeId="urn:microsoft.com/office/officeart/2005/8/colors/accent1_2#12" csCatId="accent1"/>
      <dgm:spPr/>
      <dgm:t>
        <a:bodyPr/>
        <a:lstStyle/>
        <a:p>
          <a:endParaRPr lang="en-US"/>
        </a:p>
      </dgm:t>
    </dgm:pt>
    <dgm:pt modelId="{DC2965D9-1FE0-4103-9B93-91562F6BE6EE}">
      <dgm:prSet/>
      <dgm:spPr/>
      <dgm:t>
        <a:bodyPr/>
        <a:lstStyle/>
        <a:p>
          <a:r>
            <a:rPr lang="en-US"/>
            <a:t>Started as an in-editor pair-programming tool</a:t>
          </a:r>
        </a:p>
      </dgm:t>
    </dgm:pt>
    <dgm:pt modelId="{07D445FA-40BF-445C-A8B6-A73135091C39}" type="parTrans" cxnId="{34952A69-2D95-4578-A1EE-078927900C62}">
      <dgm:prSet/>
      <dgm:spPr/>
      <dgm:t>
        <a:bodyPr/>
        <a:lstStyle/>
        <a:p>
          <a:endParaRPr lang="en-US"/>
        </a:p>
      </dgm:t>
    </dgm:pt>
    <dgm:pt modelId="{4F587A9E-7DDA-4674-BFFB-89733251DDE6}" type="sibTrans" cxnId="{34952A69-2D95-4578-A1EE-078927900C62}">
      <dgm:prSet/>
      <dgm:spPr/>
      <dgm:t>
        <a:bodyPr/>
        <a:lstStyle/>
        <a:p>
          <a:endParaRPr lang="en-US"/>
        </a:p>
      </dgm:t>
    </dgm:pt>
    <dgm:pt modelId="{08E01FE4-CD9F-42CF-8E58-806C4D5D4B05}">
      <dgm:prSet/>
      <dgm:spPr/>
      <dgm:t>
        <a:bodyPr/>
        <a:lstStyle/>
        <a:p>
          <a:r>
            <a:rPr lang="en-US"/>
            <a:t>Ghost text</a:t>
          </a:r>
        </a:p>
      </dgm:t>
    </dgm:pt>
    <dgm:pt modelId="{88735525-DEFD-4FAA-B3F7-24860F556B91}" type="parTrans" cxnId="{432AA346-A8CB-4FBC-BF27-FDC198A50E3F}">
      <dgm:prSet/>
      <dgm:spPr/>
      <dgm:t>
        <a:bodyPr/>
        <a:lstStyle/>
        <a:p>
          <a:endParaRPr lang="en-US"/>
        </a:p>
      </dgm:t>
    </dgm:pt>
    <dgm:pt modelId="{2C086E4D-43A7-42B2-86D7-64407B2CEF02}" type="sibTrans" cxnId="{432AA346-A8CB-4FBC-BF27-FDC198A50E3F}">
      <dgm:prSet/>
      <dgm:spPr/>
      <dgm:t>
        <a:bodyPr/>
        <a:lstStyle/>
        <a:p>
          <a:endParaRPr lang="en-US"/>
        </a:p>
      </dgm:t>
    </dgm:pt>
    <dgm:pt modelId="{A4F2073C-09B8-41FD-94CE-9D3BC9B537A2}">
      <dgm:prSet/>
      <dgm:spPr/>
      <dgm:t>
        <a:bodyPr/>
        <a:lstStyle/>
        <a:p>
          <a:r>
            <a:rPr lang="en-US"/>
            <a:t>Code Implementor</a:t>
          </a:r>
        </a:p>
      </dgm:t>
    </dgm:pt>
    <dgm:pt modelId="{FC4D844A-D23C-4DF3-A701-F5C7A182401C}" type="parTrans" cxnId="{77F86E1C-BD90-4271-AC3E-9F24CDBC1998}">
      <dgm:prSet/>
      <dgm:spPr/>
      <dgm:t>
        <a:bodyPr/>
        <a:lstStyle/>
        <a:p>
          <a:endParaRPr lang="en-US"/>
        </a:p>
      </dgm:t>
    </dgm:pt>
    <dgm:pt modelId="{BA075AFA-48F6-4BED-AA2A-D7FE3B666DE2}" type="sibTrans" cxnId="{77F86E1C-BD90-4271-AC3E-9F24CDBC1998}">
      <dgm:prSet/>
      <dgm:spPr/>
      <dgm:t>
        <a:bodyPr/>
        <a:lstStyle/>
        <a:p>
          <a:endParaRPr lang="en-US"/>
        </a:p>
      </dgm:t>
    </dgm:pt>
    <dgm:pt modelId="{5ED3175E-F814-4A9A-87E5-2E6B6BC2835D}">
      <dgm:prSet/>
      <dgm:spPr/>
      <dgm:t>
        <a:bodyPr/>
        <a:lstStyle/>
        <a:p>
          <a:r>
            <a:rPr lang="en-US"/>
            <a:t>Has grown into a full agent harness</a:t>
          </a:r>
        </a:p>
      </dgm:t>
    </dgm:pt>
    <dgm:pt modelId="{3E06D4D2-8159-4FAB-A0A5-9AFC8B2A7DBC}" type="parTrans" cxnId="{9CB40D4B-EFB6-4D53-AB83-958D7E7C9B1E}">
      <dgm:prSet/>
      <dgm:spPr/>
      <dgm:t>
        <a:bodyPr/>
        <a:lstStyle/>
        <a:p>
          <a:endParaRPr lang="en-US"/>
        </a:p>
      </dgm:t>
    </dgm:pt>
    <dgm:pt modelId="{9D49B38E-C49C-4A53-9D29-D26226AE1689}" type="sibTrans" cxnId="{9CB40D4B-EFB6-4D53-AB83-958D7E7C9B1E}">
      <dgm:prSet/>
      <dgm:spPr/>
      <dgm:t>
        <a:bodyPr/>
        <a:lstStyle/>
        <a:p>
          <a:endParaRPr lang="en-US"/>
        </a:p>
      </dgm:t>
    </dgm:pt>
    <dgm:pt modelId="{47454BFB-F7BC-4CF7-8A28-EBFD219B1814}">
      <dgm:prSet/>
      <dgm:spPr/>
      <dgm:t>
        <a:bodyPr/>
        <a:lstStyle/>
        <a:p>
          <a:r>
            <a:rPr lang="en-US"/>
            <a:t>Tool Calling</a:t>
          </a:r>
        </a:p>
      </dgm:t>
    </dgm:pt>
    <dgm:pt modelId="{F3D14794-A922-4166-B5E9-9815AEA2BBBA}" type="parTrans" cxnId="{02026DD3-494D-4FFB-B2BE-EA849C7E8AD8}">
      <dgm:prSet/>
      <dgm:spPr/>
      <dgm:t>
        <a:bodyPr/>
        <a:lstStyle/>
        <a:p>
          <a:endParaRPr lang="en-US"/>
        </a:p>
      </dgm:t>
    </dgm:pt>
    <dgm:pt modelId="{262276AA-6E4C-42EA-A9D9-262DBD3B86D3}" type="sibTrans" cxnId="{02026DD3-494D-4FFB-B2BE-EA849C7E8AD8}">
      <dgm:prSet/>
      <dgm:spPr/>
      <dgm:t>
        <a:bodyPr/>
        <a:lstStyle/>
        <a:p>
          <a:endParaRPr lang="en-US"/>
        </a:p>
      </dgm:t>
    </dgm:pt>
    <dgm:pt modelId="{B9ED8DCB-E5C3-41F3-B315-05471C7FFCF9}">
      <dgm:prSet/>
      <dgm:spPr/>
      <dgm:t>
        <a:bodyPr/>
        <a:lstStyle/>
        <a:p>
          <a:r>
            <a:rPr lang="en-US"/>
            <a:t>Research</a:t>
          </a:r>
        </a:p>
      </dgm:t>
    </dgm:pt>
    <dgm:pt modelId="{534021C4-FC2F-4D74-AEBF-628556B14F6C}" type="parTrans" cxnId="{36D26BC0-1916-410C-9397-BEEB8403635D}">
      <dgm:prSet/>
      <dgm:spPr/>
      <dgm:t>
        <a:bodyPr/>
        <a:lstStyle/>
        <a:p>
          <a:endParaRPr lang="en-US"/>
        </a:p>
      </dgm:t>
    </dgm:pt>
    <dgm:pt modelId="{0F7D98F0-F119-4D05-9918-983888086E64}" type="sibTrans" cxnId="{36D26BC0-1916-410C-9397-BEEB8403635D}">
      <dgm:prSet/>
      <dgm:spPr/>
      <dgm:t>
        <a:bodyPr/>
        <a:lstStyle/>
        <a:p>
          <a:endParaRPr lang="en-US"/>
        </a:p>
      </dgm:t>
    </dgm:pt>
    <dgm:pt modelId="{FBA84039-4710-4638-8EC9-64B5D51C6BF7}">
      <dgm:prSet/>
      <dgm:spPr/>
      <dgm:t>
        <a:bodyPr/>
        <a:lstStyle/>
        <a:p>
          <a:r>
            <a:rPr lang="en-US"/>
            <a:t>Multi-Agent Orchestration</a:t>
          </a:r>
        </a:p>
      </dgm:t>
    </dgm:pt>
    <dgm:pt modelId="{0C042CC4-60E6-45F4-ADEA-DB8E44456567}" type="parTrans" cxnId="{34BFD6D2-1594-4068-810E-46C202C94B55}">
      <dgm:prSet/>
      <dgm:spPr/>
      <dgm:t>
        <a:bodyPr/>
        <a:lstStyle/>
        <a:p>
          <a:endParaRPr lang="en-US"/>
        </a:p>
      </dgm:t>
    </dgm:pt>
    <dgm:pt modelId="{D3C59ECC-CEE0-400C-BFA7-AD733AFFA225}" type="sibTrans" cxnId="{34BFD6D2-1594-4068-810E-46C202C94B55}">
      <dgm:prSet/>
      <dgm:spPr/>
      <dgm:t>
        <a:bodyPr/>
        <a:lstStyle/>
        <a:p>
          <a:endParaRPr lang="en-US"/>
        </a:p>
      </dgm:t>
    </dgm:pt>
    <dgm:pt modelId="{A82EB3BF-A0D8-474A-A551-D55296C8F762}">
      <dgm:prSet/>
      <dgm:spPr/>
      <dgm:t>
        <a:bodyPr/>
        <a:lstStyle/>
        <a:p>
          <a:r>
            <a:rPr lang="en-US"/>
            <a:t>Copilot CLI Tool</a:t>
          </a:r>
        </a:p>
      </dgm:t>
    </dgm:pt>
    <dgm:pt modelId="{8877B22C-F681-4CD6-9A41-5694DC4D5BF1}" type="parTrans" cxnId="{4799B692-2F2A-42D4-BCA7-881748583F23}">
      <dgm:prSet/>
      <dgm:spPr/>
      <dgm:t>
        <a:bodyPr/>
        <a:lstStyle/>
        <a:p>
          <a:endParaRPr lang="en-US"/>
        </a:p>
      </dgm:t>
    </dgm:pt>
    <dgm:pt modelId="{F3DBC822-7419-40EE-AEC0-23F3E0C75690}" type="sibTrans" cxnId="{4799B692-2F2A-42D4-BCA7-881748583F23}">
      <dgm:prSet/>
      <dgm:spPr/>
      <dgm:t>
        <a:bodyPr/>
        <a:lstStyle/>
        <a:p>
          <a:endParaRPr lang="en-US"/>
        </a:p>
      </dgm:t>
    </dgm:pt>
    <dgm:pt modelId="{7EA740AA-FFD7-475C-BE94-3148D49AA82D}" type="pres">
      <dgm:prSet presAssocID="{CEC339F7-2BE4-4C8D-B7C1-16D60CAB400C}" presName="linear" presStyleCnt="0">
        <dgm:presLayoutVars>
          <dgm:dir/>
          <dgm:animLvl val="lvl"/>
          <dgm:resizeHandles val="exact"/>
        </dgm:presLayoutVars>
      </dgm:prSet>
      <dgm:spPr/>
    </dgm:pt>
    <dgm:pt modelId="{C913C50D-28A4-4D65-B439-6CC9270E9AA7}" type="pres">
      <dgm:prSet presAssocID="{DC2965D9-1FE0-4103-9B93-91562F6BE6EE}" presName="parentLin" presStyleCnt="0"/>
      <dgm:spPr/>
    </dgm:pt>
    <dgm:pt modelId="{74B8600A-3691-4FDE-93CE-7CE3DC2EB8FE}" type="pres">
      <dgm:prSet presAssocID="{DC2965D9-1FE0-4103-9B93-91562F6BE6EE}" presName="parentLeftMargin" presStyleLbl="node1" presStyleIdx="0" presStyleCnt="2"/>
      <dgm:spPr/>
    </dgm:pt>
    <dgm:pt modelId="{EDC4BF5F-F36C-4393-A3FA-7710553F8618}" type="pres">
      <dgm:prSet presAssocID="{DC2965D9-1FE0-4103-9B93-91562F6BE6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E92B7E-ED1E-4226-A3A6-FFD9A4AEFAD9}" type="pres">
      <dgm:prSet presAssocID="{DC2965D9-1FE0-4103-9B93-91562F6BE6EE}" presName="negativeSpace" presStyleCnt="0"/>
      <dgm:spPr/>
    </dgm:pt>
    <dgm:pt modelId="{F89FEF0D-CCF6-43FE-B9FC-B783B95263D8}" type="pres">
      <dgm:prSet presAssocID="{DC2965D9-1FE0-4103-9B93-91562F6BE6EE}" presName="childText" presStyleLbl="conFgAcc1" presStyleIdx="0" presStyleCnt="2">
        <dgm:presLayoutVars>
          <dgm:bulletEnabled val="1"/>
        </dgm:presLayoutVars>
      </dgm:prSet>
      <dgm:spPr/>
    </dgm:pt>
    <dgm:pt modelId="{00FAE206-60F4-4258-914F-647B7F67AD51}" type="pres">
      <dgm:prSet presAssocID="{4F587A9E-7DDA-4674-BFFB-89733251DDE6}" presName="spaceBetweenRectangles" presStyleCnt="0"/>
      <dgm:spPr/>
    </dgm:pt>
    <dgm:pt modelId="{F29E5E83-FD7D-40C8-8641-5334DD167AE5}" type="pres">
      <dgm:prSet presAssocID="{5ED3175E-F814-4A9A-87E5-2E6B6BC2835D}" presName="parentLin" presStyleCnt="0"/>
      <dgm:spPr/>
    </dgm:pt>
    <dgm:pt modelId="{5C6863C0-A34A-4002-A221-BC67FC4A1B60}" type="pres">
      <dgm:prSet presAssocID="{5ED3175E-F814-4A9A-87E5-2E6B6BC2835D}" presName="parentLeftMargin" presStyleLbl="node1" presStyleIdx="0" presStyleCnt="2"/>
      <dgm:spPr/>
    </dgm:pt>
    <dgm:pt modelId="{6AC827BB-B792-4D80-BE39-CCEE2B386AEC}" type="pres">
      <dgm:prSet presAssocID="{5ED3175E-F814-4A9A-87E5-2E6B6BC2835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405F1EB-8AC5-42E6-88C5-BF40FD245328}" type="pres">
      <dgm:prSet presAssocID="{5ED3175E-F814-4A9A-87E5-2E6B6BC2835D}" presName="negativeSpace" presStyleCnt="0"/>
      <dgm:spPr/>
    </dgm:pt>
    <dgm:pt modelId="{4204D47F-B47E-48FA-8449-F099C57B1A57}" type="pres">
      <dgm:prSet presAssocID="{5ED3175E-F814-4A9A-87E5-2E6B6BC2835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7F86E1C-BD90-4271-AC3E-9F24CDBC1998}" srcId="{DC2965D9-1FE0-4103-9B93-91562F6BE6EE}" destId="{A4F2073C-09B8-41FD-94CE-9D3BC9B537A2}" srcOrd="1" destOrd="0" parTransId="{FC4D844A-D23C-4DF3-A701-F5C7A182401C}" sibTransId="{BA075AFA-48F6-4BED-AA2A-D7FE3B666DE2}"/>
    <dgm:cxn modelId="{432AA346-A8CB-4FBC-BF27-FDC198A50E3F}" srcId="{DC2965D9-1FE0-4103-9B93-91562F6BE6EE}" destId="{08E01FE4-CD9F-42CF-8E58-806C4D5D4B05}" srcOrd="0" destOrd="0" parTransId="{88735525-DEFD-4FAA-B3F7-24860F556B91}" sibTransId="{2C086E4D-43A7-42B2-86D7-64407B2CEF02}"/>
    <dgm:cxn modelId="{34952A69-2D95-4578-A1EE-078927900C62}" srcId="{CEC339F7-2BE4-4C8D-B7C1-16D60CAB400C}" destId="{DC2965D9-1FE0-4103-9B93-91562F6BE6EE}" srcOrd="0" destOrd="0" parTransId="{07D445FA-40BF-445C-A8B6-A73135091C39}" sibTransId="{4F587A9E-7DDA-4674-BFFB-89733251DDE6}"/>
    <dgm:cxn modelId="{9CB40D4B-EFB6-4D53-AB83-958D7E7C9B1E}" srcId="{CEC339F7-2BE4-4C8D-B7C1-16D60CAB400C}" destId="{5ED3175E-F814-4A9A-87E5-2E6B6BC2835D}" srcOrd="1" destOrd="0" parTransId="{3E06D4D2-8159-4FAB-A0A5-9AFC8B2A7DBC}" sibTransId="{9D49B38E-C49C-4A53-9D29-D26226AE1689}"/>
    <dgm:cxn modelId="{81950C54-8608-4782-ABFC-C8C3E2F035C1}" type="presOf" srcId="{08E01FE4-CD9F-42CF-8E58-806C4D5D4B05}" destId="{F89FEF0D-CCF6-43FE-B9FC-B783B95263D8}" srcOrd="0" destOrd="0" presId="urn:microsoft.com/office/officeart/2005/8/layout/list1"/>
    <dgm:cxn modelId="{93BA8686-4208-4F52-A19A-F3EF331DCC78}" type="presOf" srcId="{A82EB3BF-A0D8-474A-A551-D55296C8F762}" destId="{4204D47F-B47E-48FA-8449-F099C57B1A57}" srcOrd="0" destOrd="3" presId="urn:microsoft.com/office/officeart/2005/8/layout/list1"/>
    <dgm:cxn modelId="{4E07AA8C-E84B-4884-9501-9FAC699D095A}" type="presOf" srcId="{DC2965D9-1FE0-4103-9B93-91562F6BE6EE}" destId="{74B8600A-3691-4FDE-93CE-7CE3DC2EB8FE}" srcOrd="0" destOrd="0" presId="urn:microsoft.com/office/officeart/2005/8/layout/list1"/>
    <dgm:cxn modelId="{4799B692-2F2A-42D4-BCA7-881748583F23}" srcId="{5ED3175E-F814-4A9A-87E5-2E6B6BC2835D}" destId="{A82EB3BF-A0D8-474A-A551-D55296C8F762}" srcOrd="3" destOrd="0" parTransId="{8877B22C-F681-4CD6-9A41-5694DC4D5BF1}" sibTransId="{F3DBC822-7419-40EE-AEC0-23F3E0C75690}"/>
    <dgm:cxn modelId="{3F4DA39B-A4C7-4565-A76C-F811CC80837F}" type="presOf" srcId="{DC2965D9-1FE0-4103-9B93-91562F6BE6EE}" destId="{EDC4BF5F-F36C-4393-A3FA-7710553F8618}" srcOrd="1" destOrd="0" presId="urn:microsoft.com/office/officeart/2005/8/layout/list1"/>
    <dgm:cxn modelId="{220E82A1-96C2-49D1-817E-E4C89572B318}" type="presOf" srcId="{FBA84039-4710-4638-8EC9-64B5D51C6BF7}" destId="{4204D47F-B47E-48FA-8449-F099C57B1A57}" srcOrd="0" destOrd="2" presId="urn:microsoft.com/office/officeart/2005/8/layout/list1"/>
    <dgm:cxn modelId="{B0E8B5AA-656E-4F9D-806E-61CD1EB0B473}" type="presOf" srcId="{B9ED8DCB-E5C3-41F3-B315-05471C7FFCF9}" destId="{4204D47F-B47E-48FA-8449-F099C57B1A57}" srcOrd="0" destOrd="1" presId="urn:microsoft.com/office/officeart/2005/8/layout/list1"/>
    <dgm:cxn modelId="{D0BC0FAC-978C-453B-8C8F-46F9F6D60079}" type="presOf" srcId="{5ED3175E-F814-4A9A-87E5-2E6B6BC2835D}" destId="{6AC827BB-B792-4D80-BE39-CCEE2B386AEC}" srcOrd="1" destOrd="0" presId="urn:microsoft.com/office/officeart/2005/8/layout/list1"/>
    <dgm:cxn modelId="{36D26BC0-1916-410C-9397-BEEB8403635D}" srcId="{5ED3175E-F814-4A9A-87E5-2E6B6BC2835D}" destId="{B9ED8DCB-E5C3-41F3-B315-05471C7FFCF9}" srcOrd="1" destOrd="0" parTransId="{534021C4-FC2F-4D74-AEBF-628556B14F6C}" sibTransId="{0F7D98F0-F119-4D05-9918-983888086E64}"/>
    <dgm:cxn modelId="{C159BFC4-C947-4291-AD59-7123656F214A}" type="presOf" srcId="{A4F2073C-09B8-41FD-94CE-9D3BC9B537A2}" destId="{F89FEF0D-CCF6-43FE-B9FC-B783B95263D8}" srcOrd="0" destOrd="1" presId="urn:microsoft.com/office/officeart/2005/8/layout/list1"/>
    <dgm:cxn modelId="{E4EBDFC6-A733-4EFE-B77F-A0DAC7FDD619}" type="presOf" srcId="{CEC339F7-2BE4-4C8D-B7C1-16D60CAB400C}" destId="{7EA740AA-FFD7-475C-BE94-3148D49AA82D}" srcOrd="0" destOrd="0" presId="urn:microsoft.com/office/officeart/2005/8/layout/list1"/>
    <dgm:cxn modelId="{34BFD6D2-1594-4068-810E-46C202C94B55}" srcId="{5ED3175E-F814-4A9A-87E5-2E6B6BC2835D}" destId="{FBA84039-4710-4638-8EC9-64B5D51C6BF7}" srcOrd="2" destOrd="0" parTransId="{0C042CC4-60E6-45F4-ADEA-DB8E44456567}" sibTransId="{D3C59ECC-CEE0-400C-BFA7-AD733AFFA225}"/>
    <dgm:cxn modelId="{02026DD3-494D-4FFB-B2BE-EA849C7E8AD8}" srcId="{5ED3175E-F814-4A9A-87E5-2E6B6BC2835D}" destId="{47454BFB-F7BC-4CF7-8A28-EBFD219B1814}" srcOrd="0" destOrd="0" parTransId="{F3D14794-A922-4166-B5E9-9815AEA2BBBA}" sibTransId="{262276AA-6E4C-42EA-A9D9-262DBD3B86D3}"/>
    <dgm:cxn modelId="{9CDFBEF7-A6DE-4E2E-8837-131B45D961A3}" type="presOf" srcId="{5ED3175E-F814-4A9A-87E5-2E6B6BC2835D}" destId="{5C6863C0-A34A-4002-A221-BC67FC4A1B60}" srcOrd="0" destOrd="0" presId="urn:microsoft.com/office/officeart/2005/8/layout/list1"/>
    <dgm:cxn modelId="{946E84F9-37B3-440E-83E8-9BCBA43D7930}" type="presOf" srcId="{47454BFB-F7BC-4CF7-8A28-EBFD219B1814}" destId="{4204D47F-B47E-48FA-8449-F099C57B1A57}" srcOrd="0" destOrd="0" presId="urn:microsoft.com/office/officeart/2005/8/layout/list1"/>
    <dgm:cxn modelId="{C1CE128B-651F-4E2C-80F4-F01ADA5518F3}" type="presParOf" srcId="{7EA740AA-FFD7-475C-BE94-3148D49AA82D}" destId="{C913C50D-28A4-4D65-B439-6CC9270E9AA7}" srcOrd="0" destOrd="0" presId="urn:microsoft.com/office/officeart/2005/8/layout/list1"/>
    <dgm:cxn modelId="{98ABE430-695C-41ED-B6D7-FB84A6F42CAE}" type="presParOf" srcId="{C913C50D-28A4-4D65-B439-6CC9270E9AA7}" destId="{74B8600A-3691-4FDE-93CE-7CE3DC2EB8FE}" srcOrd="0" destOrd="0" presId="urn:microsoft.com/office/officeart/2005/8/layout/list1"/>
    <dgm:cxn modelId="{2DE065A5-EE49-44E5-BCE5-57E05D12006E}" type="presParOf" srcId="{C913C50D-28A4-4D65-B439-6CC9270E9AA7}" destId="{EDC4BF5F-F36C-4393-A3FA-7710553F8618}" srcOrd="1" destOrd="0" presId="urn:microsoft.com/office/officeart/2005/8/layout/list1"/>
    <dgm:cxn modelId="{D6C002EF-4241-46C6-B0F6-EE411B3E2C66}" type="presParOf" srcId="{7EA740AA-FFD7-475C-BE94-3148D49AA82D}" destId="{DBE92B7E-ED1E-4226-A3A6-FFD9A4AEFAD9}" srcOrd="1" destOrd="0" presId="urn:microsoft.com/office/officeart/2005/8/layout/list1"/>
    <dgm:cxn modelId="{27BA66D8-E6C6-456D-86FD-872E38E3D46D}" type="presParOf" srcId="{7EA740AA-FFD7-475C-BE94-3148D49AA82D}" destId="{F89FEF0D-CCF6-43FE-B9FC-B783B95263D8}" srcOrd="2" destOrd="0" presId="urn:microsoft.com/office/officeart/2005/8/layout/list1"/>
    <dgm:cxn modelId="{028B8776-E33A-4690-8791-C2CCF1BE550A}" type="presParOf" srcId="{7EA740AA-FFD7-475C-BE94-3148D49AA82D}" destId="{00FAE206-60F4-4258-914F-647B7F67AD51}" srcOrd="3" destOrd="0" presId="urn:microsoft.com/office/officeart/2005/8/layout/list1"/>
    <dgm:cxn modelId="{EB0D5201-2803-4C01-9280-51111AF4A371}" type="presParOf" srcId="{7EA740AA-FFD7-475C-BE94-3148D49AA82D}" destId="{F29E5E83-FD7D-40C8-8641-5334DD167AE5}" srcOrd="4" destOrd="0" presId="urn:microsoft.com/office/officeart/2005/8/layout/list1"/>
    <dgm:cxn modelId="{988743AD-AEB2-47EF-A87A-78B3207FEE72}" type="presParOf" srcId="{F29E5E83-FD7D-40C8-8641-5334DD167AE5}" destId="{5C6863C0-A34A-4002-A221-BC67FC4A1B60}" srcOrd="0" destOrd="0" presId="urn:microsoft.com/office/officeart/2005/8/layout/list1"/>
    <dgm:cxn modelId="{DF86B12A-BBB5-4AD4-ADBE-8573D0A67D01}" type="presParOf" srcId="{F29E5E83-FD7D-40C8-8641-5334DD167AE5}" destId="{6AC827BB-B792-4D80-BE39-CCEE2B386AEC}" srcOrd="1" destOrd="0" presId="urn:microsoft.com/office/officeart/2005/8/layout/list1"/>
    <dgm:cxn modelId="{CE2B3151-E128-4C65-9863-C76C9B2869AD}" type="presParOf" srcId="{7EA740AA-FFD7-475C-BE94-3148D49AA82D}" destId="{F405F1EB-8AC5-42E6-88C5-BF40FD245328}" srcOrd="5" destOrd="0" presId="urn:microsoft.com/office/officeart/2005/8/layout/list1"/>
    <dgm:cxn modelId="{56213CF3-2AFF-4B84-8A40-E807ED545832}" type="presParOf" srcId="{7EA740AA-FFD7-475C-BE94-3148D49AA82D}" destId="{4204D47F-B47E-48FA-8449-F099C57B1A5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64EA54-5482-4072-A558-70BCEA323747}" type="doc">
      <dgm:prSet loTypeId="urn:microsoft.com/office/officeart/2018/2/layout/IconLabelList" loCatId="icon" qsTypeId="urn:microsoft.com/office/officeart/2005/8/quickstyle/simple1#19" qsCatId="simple" csTypeId="urn:microsoft.com/office/officeart/2005/8/colors/accent2_2#5" csCatId="accent2" phldr="1"/>
      <dgm:spPr/>
      <dgm:t>
        <a:bodyPr/>
        <a:lstStyle/>
        <a:p>
          <a:endParaRPr lang="en-US"/>
        </a:p>
      </dgm:t>
    </dgm:pt>
    <dgm:pt modelId="{BE2C84C1-9F4F-48A5-B1EA-AEDF267A2032}">
      <dgm:prSet/>
      <dgm:spPr/>
      <dgm:t>
        <a:bodyPr/>
        <a:lstStyle/>
        <a:p>
          <a:r>
            <a:rPr lang="en-US"/>
            <a:t>Token Costs</a:t>
          </a:r>
        </a:p>
      </dgm:t>
    </dgm:pt>
    <dgm:pt modelId="{4DD39BD9-2C41-4694-9D86-7B4A0E26F502}" type="parTrans" cxnId="{D878A29C-8782-4688-A3CA-B7E60529620C}">
      <dgm:prSet/>
      <dgm:spPr/>
      <dgm:t>
        <a:bodyPr/>
        <a:lstStyle/>
        <a:p>
          <a:endParaRPr lang="en-US"/>
        </a:p>
      </dgm:t>
    </dgm:pt>
    <dgm:pt modelId="{C648A4AD-CFB4-41C1-867D-38879FBB5D0D}" type="sibTrans" cxnId="{D878A29C-8782-4688-A3CA-B7E60529620C}">
      <dgm:prSet/>
      <dgm:spPr/>
      <dgm:t>
        <a:bodyPr/>
        <a:lstStyle/>
        <a:p>
          <a:endParaRPr lang="en-US"/>
        </a:p>
      </dgm:t>
    </dgm:pt>
    <dgm:pt modelId="{DAEE67FC-3BAD-4BDD-BC64-352828E7153A}">
      <dgm:prSet/>
      <dgm:spPr/>
      <dgm:t>
        <a:bodyPr/>
        <a:lstStyle/>
        <a:p>
          <a:r>
            <a:rPr lang="en-US"/>
            <a:t>Hallucinations</a:t>
          </a:r>
        </a:p>
      </dgm:t>
    </dgm:pt>
    <dgm:pt modelId="{E4A7A65C-A949-47ED-92C4-AA3C2F689902}" type="parTrans" cxnId="{F3D659B4-410E-44C9-BA5B-757BA1C23D92}">
      <dgm:prSet/>
      <dgm:spPr/>
      <dgm:t>
        <a:bodyPr/>
        <a:lstStyle/>
        <a:p>
          <a:endParaRPr lang="en-US"/>
        </a:p>
      </dgm:t>
    </dgm:pt>
    <dgm:pt modelId="{734906FB-86F0-43F2-AB7E-F96B55FC66AB}" type="sibTrans" cxnId="{F3D659B4-410E-44C9-BA5B-757BA1C23D92}">
      <dgm:prSet/>
      <dgm:spPr/>
      <dgm:t>
        <a:bodyPr/>
        <a:lstStyle/>
        <a:p>
          <a:endParaRPr lang="en-US"/>
        </a:p>
      </dgm:t>
    </dgm:pt>
    <dgm:pt modelId="{DF7DBAA8-6693-4500-AB64-27CA68E2A962}">
      <dgm:prSet/>
      <dgm:spPr/>
      <dgm:t>
        <a:bodyPr/>
        <a:lstStyle/>
        <a:p>
          <a:r>
            <a:rPr lang="en-US"/>
            <a:t>Conversations as Training Material</a:t>
          </a:r>
        </a:p>
      </dgm:t>
    </dgm:pt>
    <dgm:pt modelId="{CC1B819F-CE96-479E-9576-08CDE7F4D172}" type="parTrans" cxnId="{87691E14-18F0-44E9-993F-8A929B57027A}">
      <dgm:prSet/>
      <dgm:spPr/>
      <dgm:t>
        <a:bodyPr/>
        <a:lstStyle/>
        <a:p>
          <a:endParaRPr lang="en-US"/>
        </a:p>
      </dgm:t>
    </dgm:pt>
    <dgm:pt modelId="{6196BB03-FD94-4610-BED3-300FC534EECB}" type="sibTrans" cxnId="{87691E14-18F0-44E9-993F-8A929B57027A}">
      <dgm:prSet/>
      <dgm:spPr/>
      <dgm:t>
        <a:bodyPr/>
        <a:lstStyle/>
        <a:p>
          <a:endParaRPr lang="en-US"/>
        </a:p>
      </dgm:t>
    </dgm:pt>
    <dgm:pt modelId="{DD9AB05A-4ADF-45FA-B5FD-B3337F592A4A}">
      <dgm:prSet/>
      <dgm:spPr/>
      <dgm:t>
        <a:bodyPr/>
        <a:lstStyle/>
        <a:p>
          <a:r>
            <a:rPr lang="en-US"/>
            <a:t>Destructive Tool Calls</a:t>
          </a:r>
        </a:p>
      </dgm:t>
    </dgm:pt>
    <dgm:pt modelId="{2171573A-D215-42AE-A5DA-90F6999D3684}" type="parTrans" cxnId="{FA59DAE7-4B44-4AB9-A460-D145428CE6D3}">
      <dgm:prSet/>
      <dgm:spPr/>
      <dgm:t>
        <a:bodyPr/>
        <a:lstStyle/>
        <a:p>
          <a:endParaRPr lang="en-US"/>
        </a:p>
      </dgm:t>
    </dgm:pt>
    <dgm:pt modelId="{B4254188-892D-4A51-A6BD-8932E7EBEC6B}" type="sibTrans" cxnId="{FA59DAE7-4B44-4AB9-A460-D145428CE6D3}">
      <dgm:prSet/>
      <dgm:spPr/>
      <dgm:t>
        <a:bodyPr/>
        <a:lstStyle/>
        <a:p>
          <a:endParaRPr lang="en-US"/>
        </a:p>
      </dgm:t>
    </dgm:pt>
    <dgm:pt modelId="{B7E6FA69-9967-4308-BEC1-1FF86C7ADBCE}" type="pres">
      <dgm:prSet presAssocID="{AD64EA54-5482-4072-A558-70BCEA323747}" presName="root" presStyleCnt="0">
        <dgm:presLayoutVars>
          <dgm:dir/>
          <dgm:resizeHandles val="exact"/>
        </dgm:presLayoutVars>
      </dgm:prSet>
      <dgm:spPr/>
    </dgm:pt>
    <dgm:pt modelId="{EB4CE529-9616-4B35-9CBF-D3B0661FED53}" type="pres">
      <dgm:prSet presAssocID="{BE2C84C1-9F4F-48A5-B1EA-AEDF267A2032}" presName="compNode" presStyleCnt="0"/>
      <dgm:spPr/>
    </dgm:pt>
    <dgm:pt modelId="{336BABF3-F54E-455D-AAC9-056305F1B4B2}" type="pres">
      <dgm:prSet presAssocID="{BE2C84C1-9F4F-48A5-B1EA-AEDF267A203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A80B91E9-EF86-46DD-A6F8-9818416E4210}" type="pres">
      <dgm:prSet presAssocID="{BE2C84C1-9F4F-48A5-B1EA-AEDF267A2032}" presName="spaceRect" presStyleCnt="0"/>
      <dgm:spPr/>
    </dgm:pt>
    <dgm:pt modelId="{3D432144-6957-485B-9979-A71D141F7E3C}" type="pres">
      <dgm:prSet presAssocID="{BE2C84C1-9F4F-48A5-B1EA-AEDF267A2032}" presName="textRect" presStyleLbl="revTx" presStyleIdx="0" presStyleCnt="4">
        <dgm:presLayoutVars>
          <dgm:chMax val="1"/>
          <dgm:chPref val="1"/>
        </dgm:presLayoutVars>
      </dgm:prSet>
      <dgm:spPr/>
    </dgm:pt>
    <dgm:pt modelId="{E84E02BC-5188-4547-8E68-F8B152761741}" type="pres">
      <dgm:prSet presAssocID="{C648A4AD-CFB4-41C1-867D-38879FBB5D0D}" presName="sibTrans" presStyleCnt="0"/>
      <dgm:spPr/>
    </dgm:pt>
    <dgm:pt modelId="{6B8B976B-4ACA-4291-81C7-DA217145A8AB}" type="pres">
      <dgm:prSet presAssocID="{DAEE67FC-3BAD-4BDD-BC64-352828E7153A}" presName="compNode" presStyleCnt="0"/>
      <dgm:spPr/>
    </dgm:pt>
    <dgm:pt modelId="{5E3AC149-6384-451E-A4B7-CF0B7AD29AC5}" type="pres">
      <dgm:prSet presAssocID="{DAEE67FC-3BAD-4BDD-BC64-352828E7153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846405BF-52C5-4F78-AFC4-AB03D2554A9B}" type="pres">
      <dgm:prSet presAssocID="{DAEE67FC-3BAD-4BDD-BC64-352828E7153A}" presName="spaceRect" presStyleCnt="0"/>
      <dgm:spPr/>
    </dgm:pt>
    <dgm:pt modelId="{B9F93DFF-C44E-43A4-B594-C3C79A26DAB0}" type="pres">
      <dgm:prSet presAssocID="{DAEE67FC-3BAD-4BDD-BC64-352828E7153A}" presName="textRect" presStyleLbl="revTx" presStyleIdx="1" presStyleCnt="4">
        <dgm:presLayoutVars>
          <dgm:chMax val="1"/>
          <dgm:chPref val="1"/>
        </dgm:presLayoutVars>
      </dgm:prSet>
      <dgm:spPr/>
    </dgm:pt>
    <dgm:pt modelId="{8E3540F2-88F4-4B90-8322-0F0D67F7E34B}" type="pres">
      <dgm:prSet presAssocID="{734906FB-86F0-43F2-AB7E-F96B55FC66AB}" presName="sibTrans" presStyleCnt="0"/>
      <dgm:spPr/>
    </dgm:pt>
    <dgm:pt modelId="{CEA6C27B-D3E3-4FA1-95C3-53015F3666E9}" type="pres">
      <dgm:prSet presAssocID="{DF7DBAA8-6693-4500-AB64-27CA68E2A962}" presName="compNode" presStyleCnt="0"/>
      <dgm:spPr/>
    </dgm:pt>
    <dgm:pt modelId="{F42F5BCF-61E6-4FB9-B100-CA60941C3BFD}" type="pres">
      <dgm:prSet presAssocID="{DF7DBAA8-6693-4500-AB64-27CA68E2A96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DC44469-2C16-45B0-9813-715D9849AC75}" type="pres">
      <dgm:prSet presAssocID="{DF7DBAA8-6693-4500-AB64-27CA68E2A962}" presName="spaceRect" presStyleCnt="0"/>
      <dgm:spPr/>
    </dgm:pt>
    <dgm:pt modelId="{3CD0A822-173F-420B-B68C-932160456815}" type="pres">
      <dgm:prSet presAssocID="{DF7DBAA8-6693-4500-AB64-27CA68E2A962}" presName="textRect" presStyleLbl="revTx" presStyleIdx="2" presStyleCnt="4">
        <dgm:presLayoutVars>
          <dgm:chMax val="1"/>
          <dgm:chPref val="1"/>
        </dgm:presLayoutVars>
      </dgm:prSet>
      <dgm:spPr/>
    </dgm:pt>
    <dgm:pt modelId="{C6E474A8-A54E-4FAE-96AC-26429F225905}" type="pres">
      <dgm:prSet presAssocID="{6196BB03-FD94-4610-BED3-300FC534EECB}" presName="sibTrans" presStyleCnt="0"/>
      <dgm:spPr/>
    </dgm:pt>
    <dgm:pt modelId="{F2859530-54F0-4423-BD44-611F074BF55F}" type="pres">
      <dgm:prSet presAssocID="{DD9AB05A-4ADF-45FA-B5FD-B3337F592A4A}" presName="compNode" presStyleCnt="0"/>
      <dgm:spPr/>
    </dgm:pt>
    <dgm:pt modelId="{52960395-2878-41F6-B25A-E03BC1EF10D2}" type="pres">
      <dgm:prSet presAssocID="{DD9AB05A-4ADF-45FA-B5FD-B3337F592A4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A25EA7F-234A-4BEF-BF9B-5C5AE56D9766}" type="pres">
      <dgm:prSet presAssocID="{DD9AB05A-4ADF-45FA-B5FD-B3337F592A4A}" presName="spaceRect" presStyleCnt="0"/>
      <dgm:spPr/>
    </dgm:pt>
    <dgm:pt modelId="{AAD3ACB0-692C-4CC6-A677-158FC19300B4}" type="pres">
      <dgm:prSet presAssocID="{DD9AB05A-4ADF-45FA-B5FD-B3337F592A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620A006-90BD-4B3A-B31A-4769872FE473}" type="presOf" srcId="{AD64EA54-5482-4072-A558-70BCEA323747}" destId="{B7E6FA69-9967-4308-BEC1-1FF86C7ADBCE}" srcOrd="0" destOrd="0" presId="urn:microsoft.com/office/officeart/2018/2/layout/IconLabelList"/>
    <dgm:cxn modelId="{87691E14-18F0-44E9-993F-8A929B57027A}" srcId="{AD64EA54-5482-4072-A558-70BCEA323747}" destId="{DF7DBAA8-6693-4500-AB64-27CA68E2A962}" srcOrd="2" destOrd="0" parTransId="{CC1B819F-CE96-479E-9576-08CDE7F4D172}" sibTransId="{6196BB03-FD94-4610-BED3-300FC534EECB}"/>
    <dgm:cxn modelId="{D878A29C-8782-4688-A3CA-B7E60529620C}" srcId="{AD64EA54-5482-4072-A558-70BCEA323747}" destId="{BE2C84C1-9F4F-48A5-B1EA-AEDF267A2032}" srcOrd="0" destOrd="0" parTransId="{4DD39BD9-2C41-4694-9D86-7B4A0E26F502}" sibTransId="{C648A4AD-CFB4-41C1-867D-38879FBB5D0D}"/>
    <dgm:cxn modelId="{181C4FA9-8BDE-4B5C-8BA3-67E08920AD3B}" type="presOf" srcId="{BE2C84C1-9F4F-48A5-B1EA-AEDF267A2032}" destId="{3D432144-6957-485B-9979-A71D141F7E3C}" srcOrd="0" destOrd="0" presId="urn:microsoft.com/office/officeart/2018/2/layout/IconLabelList"/>
    <dgm:cxn modelId="{F3D659B4-410E-44C9-BA5B-757BA1C23D92}" srcId="{AD64EA54-5482-4072-A558-70BCEA323747}" destId="{DAEE67FC-3BAD-4BDD-BC64-352828E7153A}" srcOrd="1" destOrd="0" parTransId="{E4A7A65C-A949-47ED-92C4-AA3C2F689902}" sibTransId="{734906FB-86F0-43F2-AB7E-F96B55FC66AB}"/>
    <dgm:cxn modelId="{CB15EACD-44B9-4BF8-B1E6-70CEF92B50D9}" type="presOf" srcId="{DF7DBAA8-6693-4500-AB64-27CA68E2A962}" destId="{3CD0A822-173F-420B-B68C-932160456815}" srcOrd="0" destOrd="0" presId="urn:microsoft.com/office/officeart/2018/2/layout/IconLabelList"/>
    <dgm:cxn modelId="{FA59DAE7-4B44-4AB9-A460-D145428CE6D3}" srcId="{AD64EA54-5482-4072-A558-70BCEA323747}" destId="{DD9AB05A-4ADF-45FA-B5FD-B3337F592A4A}" srcOrd="3" destOrd="0" parTransId="{2171573A-D215-42AE-A5DA-90F6999D3684}" sibTransId="{B4254188-892D-4A51-A6BD-8932E7EBEC6B}"/>
    <dgm:cxn modelId="{CE56DAE8-9984-44BA-A7B1-E68A116EC3C3}" type="presOf" srcId="{DAEE67FC-3BAD-4BDD-BC64-352828E7153A}" destId="{B9F93DFF-C44E-43A4-B594-C3C79A26DAB0}" srcOrd="0" destOrd="0" presId="urn:microsoft.com/office/officeart/2018/2/layout/IconLabelList"/>
    <dgm:cxn modelId="{A8C905F8-ED85-4899-A75F-8E982F01719C}" type="presOf" srcId="{DD9AB05A-4ADF-45FA-B5FD-B3337F592A4A}" destId="{AAD3ACB0-692C-4CC6-A677-158FC19300B4}" srcOrd="0" destOrd="0" presId="urn:microsoft.com/office/officeart/2018/2/layout/IconLabelList"/>
    <dgm:cxn modelId="{C176D502-C4B0-4ECD-945C-A852E89C8974}" type="presParOf" srcId="{B7E6FA69-9967-4308-BEC1-1FF86C7ADBCE}" destId="{EB4CE529-9616-4B35-9CBF-D3B0661FED53}" srcOrd="0" destOrd="0" presId="urn:microsoft.com/office/officeart/2018/2/layout/IconLabelList"/>
    <dgm:cxn modelId="{A32455A1-407F-4A25-A3EF-4E8AF2F15A07}" type="presParOf" srcId="{EB4CE529-9616-4B35-9CBF-D3B0661FED53}" destId="{336BABF3-F54E-455D-AAC9-056305F1B4B2}" srcOrd="0" destOrd="0" presId="urn:microsoft.com/office/officeart/2018/2/layout/IconLabelList"/>
    <dgm:cxn modelId="{995DCB13-5411-4C56-918D-F44105CC98F9}" type="presParOf" srcId="{EB4CE529-9616-4B35-9CBF-D3B0661FED53}" destId="{A80B91E9-EF86-46DD-A6F8-9818416E4210}" srcOrd="1" destOrd="0" presId="urn:microsoft.com/office/officeart/2018/2/layout/IconLabelList"/>
    <dgm:cxn modelId="{42DA0F4C-3E7A-41AA-9E54-6864156A4811}" type="presParOf" srcId="{EB4CE529-9616-4B35-9CBF-D3B0661FED53}" destId="{3D432144-6957-485B-9979-A71D141F7E3C}" srcOrd="2" destOrd="0" presId="urn:microsoft.com/office/officeart/2018/2/layout/IconLabelList"/>
    <dgm:cxn modelId="{1AC07A52-DDE6-49B5-86DF-3CB5BFED4FE1}" type="presParOf" srcId="{B7E6FA69-9967-4308-BEC1-1FF86C7ADBCE}" destId="{E84E02BC-5188-4547-8E68-F8B152761741}" srcOrd="1" destOrd="0" presId="urn:microsoft.com/office/officeart/2018/2/layout/IconLabelList"/>
    <dgm:cxn modelId="{639BC589-755F-4DAF-ABE6-1DCFEDDC19F9}" type="presParOf" srcId="{B7E6FA69-9967-4308-BEC1-1FF86C7ADBCE}" destId="{6B8B976B-4ACA-4291-81C7-DA217145A8AB}" srcOrd="2" destOrd="0" presId="urn:microsoft.com/office/officeart/2018/2/layout/IconLabelList"/>
    <dgm:cxn modelId="{8B2D827E-C143-4D99-ABC3-C376ABC8CD1B}" type="presParOf" srcId="{6B8B976B-4ACA-4291-81C7-DA217145A8AB}" destId="{5E3AC149-6384-451E-A4B7-CF0B7AD29AC5}" srcOrd="0" destOrd="0" presId="urn:microsoft.com/office/officeart/2018/2/layout/IconLabelList"/>
    <dgm:cxn modelId="{4EE448CE-DE7C-447B-B9FD-74BFC833EFB1}" type="presParOf" srcId="{6B8B976B-4ACA-4291-81C7-DA217145A8AB}" destId="{846405BF-52C5-4F78-AFC4-AB03D2554A9B}" srcOrd="1" destOrd="0" presId="urn:microsoft.com/office/officeart/2018/2/layout/IconLabelList"/>
    <dgm:cxn modelId="{9C499057-0002-4277-A616-E2372B389958}" type="presParOf" srcId="{6B8B976B-4ACA-4291-81C7-DA217145A8AB}" destId="{B9F93DFF-C44E-43A4-B594-C3C79A26DAB0}" srcOrd="2" destOrd="0" presId="urn:microsoft.com/office/officeart/2018/2/layout/IconLabelList"/>
    <dgm:cxn modelId="{94A6B3EC-DD06-4334-A225-978C177E5DBB}" type="presParOf" srcId="{B7E6FA69-9967-4308-BEC1-1FF86C7ADBCE}" destId="{8E3540F2-88F4-4B90-8322-0F0D67F7E34B}" srcOrd="3" destOrd="0" presId="urn:microsoft.com/office/officeart/2018/2/layout/IconLabelList"/>
    <dgm:cxn modelId="{00A9BFCB-536F-472C-B9E9-8EA7B6A408C3}" type="presParOf" srcId="{B7E6FA69-9967-4308-BEC1-1FF86C7ADBCE}" destId="{CEA6C27B-D3E3-4FA1-95C3-53015F3666E9}" srcOrd="4" destOrd="0" presId="urn:microsoft.com/office/officeart/2018/2/layout/IconLabelList"/>
    <dgm:cxn modelId="{B53E1810-EF98-41CC-9892-FC4AA3E5EF77}" type="presParOf" srcId="{CEA6C27B-D3E3-4FA1-95C3-53015F3666E9}" destId="{F42F5BCF-61E6-4FB9-B100-CA60941C3BFD}" srcOrd="0" destOrd="0" presId="urn:microsoft.com/office/officeart/2018/2/layout/IconLabelList"/>
    <dgm:cxn modelId="{821AF7E2-29AC-4E10-AC3A-FAC9E59A9A1F}" type="presParOf" srcId="{CEA6C27B-D3E3-4FA1-95C3-53015F3666E9}" destId="{4DC44469-2C16-45B0-9813-715D9849AC75}" srcOrd="1" destOrd="0" presId="urn:microsoft.com/office/officeart/2018/2/layout/IconLabelList"/>
    <dgm:cxn modelId="{E93F3FB6-B831-4216-8EF1-CF529325739C}" type="presParOf" srcId="{CEA6C27B-D3E3-4FA1-95C3-53015F3666E9}" destId="{3CD0A822-173F-420B-B68C-932160456815}" srcOrd="2" destOrd="0" presId="urn:microsoft.com/office/officeart/2018/2/layout/IconLabelList"/>
    <dgm:cxn modelId="{957DA3C6-B212-46DE-B714-E1F9B68F84C8}" type="presParOf" srcId="{B7E6FA69-9967-4308-BEC1-1FF86C7ADBCE}" destId="{C6E474A8-A54E-4FAE-96AC-26429F225905}" srcOrd="5" destOrd="0" presId="urn:microsoft.com/office/officeart/2018/2/layout/IconLabelList"/>
    <dgm:cxn modelId="{BE48EECD-0ECE-4C9F-820C-170201CA039C}" type="presParOf" srcId="{B7E6FA69-9967-4308-BEC1-1FF86C7ADBCE}" destId="{F2859530-54F0-4423-BD44-611F074BF55F}" srcOrd="6" destOrd="0" presId="urn:microsoft.com/office/officeart/2018/2/layout/IconLabelList"/>
    <dgm:cxn modelId="{92A2EC6A-43C6-457B-B11C-0B5D7C89DBD7}" type="presParOf" srcId="{F2859530-54F0-4423-BD44-611F074BF55F}" destId="{52960395-2878-41F6-B25A-E03BC1EF10D2}" srcOrd="0" destOrd="0" presId="urn:microsoft.com/office/officeart/2018/2/layout/IconLabelList"/>
    <dgm:cxn modelId="{A3DC2691-77F2-4F23-A2B6-007B44C71D5C}" type="presParOf" srcId="{F2859530-54F0-4423-BD44-611F074BF55F}" destId="{6A25EA7F-234A-4BEF-BF9B-5C5AE56D9766}" srcOrd="1" destOrd="0" presId="urn:microsoft.com/office/officeart/2018/2/layout/IconLabelList"/>
    <dgm:cxn modelId="{43ABA791-5302-4DE9-93F5-34F6556C7BB5}" type="presParOf" srcId="{F2859530-54F0-4423-BD44-611F074BF55F}" destId="{AAD3ACB0-692C-4CC6-A677-158FC19300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E930F-DDFB-41EC-9C43-6C904BB28C2A}">
      <dsp:nvSpPr>
        <dsp:cNvPr id="0" name=""/>
        <dsp:cNvSpPr/>
      </dsp:nvSpPr>
      <dsp:spPr>
        <a:xfrm>
          <a:off x="0" y="372420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7B80E-4B80-4576-8EA8-CA188DE2D5B5}">
      <dsp:nvSpPr>
        <dsp:cNvPr id="0" name=""/>
        <dsp:cNvSpPr/>
      </dsp:nvSpPr>
      <dsp:spPr>
        <a:xfrm>
          <a:off x="525780" y="32939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LLM Platform Overview</a:t>
          </a:r>
        </a:p>
      </dsp:txBody>
      <dsp:txXfrm>
        <a:off x="558924" y="66083"/>
        <a:ext cx="7294632" cy="612672"/>
      </dsp:txXfrm>
    </dsp:sp>
    <dsp:sp modelId="{F68E77B6-D234-4D40-8D02-D04C235314B5}">
      <dsp:nvSpPr>
        <dsp:cNvPr id="0" name=""/>
        <dsp:cNvSpPr/>
      </dsp:nvSpPr>
      <dsp:spPr>
        <a:xfrm>
          <a:off x="0" y="1415700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5D6A2-12A4-42DD-9E4F-86DE4961A154}">
      <dsp:nvSpPr>
        <dsp:cNvPr id="0" name=""/>
        <dsp:cNvSpPr/>
      </dsp:nvSpPr>
      <dsp:spPr>
        <a:xfrm>
          <a:off x="525780" y="1076219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OpenAI SDK</a:t>
          </a:r>
        </a:p>
      </dsp:txBody>
      <dsp:txXfrm>
        <a:off x="558924" y="1109363"/>
        <a:ext cx="7294632" cy="612672"/>
      </dsp:txXfrm>
    </dsp:sp>
    <dsp:sp modelId="{3ED314B4-6ED0-48E1-BD55-ECB04F16801E}">
      <dsp:nvSpPr>
        <dsp:cNvPr id="0" name=""/>
        <dsp:cNvSpPr/>
      </dsp:nvSpPr>
      <dsp:spPr>
        <a:xfrm>
          <a:off x="0" y="2458980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5A3B8-3483-474B-B516-BFE223BB31C5}">
      <dsp:nvSpPr>
        <dsp:cNvPr id="0" name=""/>
        <dsp:cNvSpPr/>
      </dsp:nvSpPr>
      <dsp:spPr>
        <a:xfrm>
          <a:off x="525780" y="2119500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Agents</a:t>
          </a:r>
        </a:p>
      </dsp:txBody>
      <dsp:txXfrm>
        <a:off x="558924" y="2152644"/>
        <a:ext cx="7294632" cy="612672"/>
      </dsp:txXfrm>
    </dsp:sp>
    <dsp:sp modelId="{FA931A48-F9DD-4BF2-AC9D-019B132F8660}">
      <dsp:nvSpPr>
        <dsp:cNvPr id="0" name=""/>
        <dsp:cNvSpPr/>
      </dsp:nvSpPr>
      <dsp:spPr>
        <a:xfrm>
          <a:off x="0" y="3502260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27A0E-380E-4ACE-8318-F865178E314C}">
      <dsp:nvSpPr>
        <dsp:cNvPr id="0" name=""/>
        <dsp:cNvSpPr/>
      </dsp:nvSpPr>
      <dsp:spPr>
        <a:xfrm>
          <a:off x="525780" y="3162780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Safety Considerations</a:t>
          </a:r>
        </a:p>
      </dsp:txBody>
      <dsp:txXfrm>
        <a:off x="558924" y="3195924"/>
        <a:ext cx="7294632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BAE50-2152-47DB-86C1-F51B0E1066E7}">
      <dsp:nvSpPr>
        <dsp:cNvPr id="0" name=""/>
        <dsp:cNvSpPr/>
      </dsp:nvSpPr>
      <dsp:spPr>
        <a:xfrm>
          <a:off x="0" y="1071562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Web portals</a:t>
          </a:r>
        </a:p>
      </dsp:txBody>
      <dsp:txXfrm>
        <a:off x="0" y="1071562"/>
        <a:ext cx="3286125" cy="1971675"/>
      </dsp:txXfrm>
    </dsp:sp>
    <dsp:sp modelId="{C817E64D-12CD-44FE-8CAA-3CFDDD09C47E}">
      <dsp:nvSpPr>
        <dsp:cNvPr id="0" name=""/>
        <dsp:cNvSpPr/>
      </dsp:nvSpPr>
      <dsp:spPr>
        <a:xfrm>
          <a:off x="3614737" y="1071562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Programmatically</a:t>
          </a:r>
        </a:p>
      </dsp:txBody>
      <dsp:txXfrm>
        <a:off x="3614737" y="1071562"/>
        <a:ext cx="3286125" cy="1971675"/>
      </dsp:txXfrm>
    </dsp:sp>
    <dsp:sp modelId="{A28C5730-31AB-48CC-8C73-870A271AFD49}">
      <dsp:nvSpPr>
        <dsp:cNvPr id="0" name=""/>
        <dsp:cNvSpPr/>
      </dsp:nvSpPr>
      <dsp:spPr>
        <a:xfrm>
          <a:off x="7229475" y="1071562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Agents</a:t>
          </a:r>
        </a:p>
      </dsp:txBody>
      <dsp:txXfrm>
        <a:off x="7229475" y="1071562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ED590-1620-4966-886C-CC4AFA2A146F}">
      <dsp:nvSpPr>
        <dsp:cNvPr id="0" name=""/>
        <dsp:cNvSpPr/>
      </dsp:nvSpPr>
      <dsp:spPr>
        <a:xfrm>
          <a:off x="0" y="502"/>
          <a:ext cx="10515600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A274D4-0476-4B52-9857-A50040E70672}">
      <dsp:nvSpPr>
        <dsp:cNvPr id="0" name=""/>
        <dsp:cNvSpPr/>
      </dsp:nvSpPr>
      <dsp:spPr>
        <a:xfrm>
          <a:off x="355549" y="264960"/>
          <a:ext cx="646453" cy="646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6A53E-0813-42CC-9E9A-28933D1D2FCD}">
      <dsp:nvSpPr>
        <dsp:cNvPr id="0" name=""/>
        <dsp:cNvSpPr/>
      </dsp:nvSpPr>
      <dsp:spPr>
        <a:xfrm>
          <a:off x="1357552" y="502"/>
          <a:ext cx="4732020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OpenAI API Standards</a:t>
          </a:r>
        </a:p>
      </dsp:txBody>
      <dsp:txXfrm>
        <a:off x="1357552" y="502"/>
        <a:ext cx="4732020" cy="1175370"/>
      </dsp:txXfrm>
    </dsp:sp>
    <dsp:sp modelId="{4AF565A0-6165-414E-8985-89714FEDC870}">
      <dsp:nvSpPr>
        <dsp:cNvPr id="0" name=""/>
        <dsp:cNvSpPr/>
      </dsp:nvSpPr>
      <dsp:spPr>
        <a:xfrm>
          <a:off x="6089572" y="502"/>
          <a:ext cx="442602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6089572" y="502"/>
        <a:ext cx="4426027" cy="1175370"/>
      </dsp:txXfrm>
    </dsp:sp>
    <dsp:sp modelId="{9E87A611-D4AE-4219-9AEA-20755F542EEE}">
      <dsp:nvSpPr>
        <dsp:cNvPr id="0" name=""/>
        <dsp:cNvSpPr/>
      </dsp:nvSpPr>
      <dsp:spPr>
        <a:xfrm>
          <a:off x="0" y="1469714"/>
          <a:ext cx="10515600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09147-834A-4DE2-8742-CCF0A359B702}">
      <dsp:nvSpPr>
        <dsp:cNvPr id="0" name=""/>
        <dsp:cNvSpPr/>
      </dsp:nvSpPr>
      <dsp:spPr>
        <a:xfrm>
          <a:off x="355549" y="1734173"/>
          <a:ext cx="646453" cy="646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45B81-1C2F-4DA4-941A-4EFFF90BF00E}">
      <dsp:nvSpPr>
        <dsp:cNvPr id="0" name=""/>
        <dsp:cNvSpPr/>
      </dsp:nvSpPr>
      <dsp:spPr>
        <a:xfrm>
          <a:off x="1357552" y="1469714"/>
          <a:ext cx="915804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Allows for applications to interact with LLMs</a:t>
          </a:r>
        </a:p>
      </dsp:txBody>
      <dsp:txXfrm>
        <a:off x="1357552" y="1469714"/>
        <a:ext cx="9158047" cy="1175370"/>
      </dsp:txXfrm>
    </dsp:sp>
    <dsp:sp modelId="{C7430292-7802-4CA2-970E-B0CF8AB01FE3}">
      <dsp:nvSpPr>
        <dsp:cNvPr id="0" name=""/>
        <dsp:cNvSpPr/>
      </dsp:nvSpPr>
      <dsp:spPr>
        <a:xfrm>
          <a:off x="0" y="2938927"/>
          <a:ext cx="10515600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E6692-7B5F-43FC-A892-7E129B13886B}">
      <dsp:nvSpPr>
        <dsp:cNvPr id="0" name=""/>
        <dsp:cNvSpPr/>
      </dsp:nvSpPr>
      <dsp:spPr>
        <a:xfrm>
          <a:off x="355549" y="3203385"/>
          <a:ext cx="646453" cy="646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35A58-AB2A-43D4-B085-174A386BDF24}">
      <dsp:nvSpPr>
        <dsp:cNvPr id="0" name=""/>
        <dsp:cNvSpPr/>
      </dsp:nvSpPr>
      <dsp:spPr>
        <a:xfrm>
          <a:off x="1357552" y="2938927"/>
          <a:ext cx="9158047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Can interact with both OpenAI’s API and third-party vendors</a:t>
          </a:r>
        </a:p>
      </dsp:txBody>
      <dsp:txXfrm>
        <a:off x="1357552" y="2938927"/>
        <a:ext cx="9158047" cy="1175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EF0D-CCF6-43FE-B9FC-B783B95263D8}">
      <dsp:nvSpPr>
        <dsp:cNvPr id="0" name=""/>
        <dsp:cNvSpPr/>
      </dsp:nvSpPr>
      <dsp:spPr>
        <a:xfrm>
          <a:off x="0" y="352124"/>
          <a:ext cx="10515600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Ghost text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Code Implementor</a:t>
          </a:r>
        </a:p>
      </dsp:txBody>
      <dsp:txXfrm>
        <a:off x="0" y="352124"/>
        <a:ext cx="10515600" cy="1282049"/>
      </dsp:txXfrm>
    </dsp:sp>
    <dsp:sp modelId="{EDC4BF5F-F36C-4393-A3FA-7710553F8618}">
      <dsp:nvSpPr>
        <dsp:cNvPr id="0" name=""/>
        <dsp:cNvSpPr/>
      </dsp:nvSpPr>
      <dsp:spPr>
        <a:xfrm>
          <a:off x="525780" y="27404"/>
          <a:ext cx="73609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Started as an in-editor pair-programming tool</a:t>
          </a:r>
        </a:p>
      </dsp:txBody>
      <dsp:txXfrm>
        <a:off x="557483" y="59107"/>
        <a:ext cx="7297514" cy="586034"/>
      </dsp:txXfrm>
    </dsp:sp>
    <dsp:sp modelId="{4204D47F-B47E-48FA-8449-F099C57B1A57}">
      <dsp:nvSpPr>
        <dsp:cNvPr id="0" name=""/>
        <dsp:cNvSpPr/>
      </dsp:nvSpPr>
      <dsp:spPr>
        <a:xfrm>
          <a:off x="0" y="2077695"/>
          <a:ext cx="10515600" cy="2009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Tool Calling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Research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Multi-Agent Orchestration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Copilot CLI Tool</a:t>
          </a:r>
        </a:p>
      </dsp:txBody>
      <dsp:txXfrm>
        <a:off x="0" y="2077695"/>
        <a:ext cx="10515600" cy="2009700"/>
      </dsp:txXfrm>
    </dsp:sp>
    <dsp:sp modelId="{6AC827BB-B792-4D80-BE39-CCEE2B386AEC}">
      <dsp:nvSpPr>
        <dsp:cNvPr id="0" name=""/>
        <dsp:cNvSpPr/>
      </dsp:nvSpPr>
      <dsp:spPr>
        <a:xfrm>
          <a:off x="525780" y="1752974"/>
          <a:ext cx="73609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Has grown into a full agent harness</a:t>
          </a:r>
        </a:p>
      </dsp:txBody>
      <dsp:txXfrm>
        <a:off x="557483" y="1784677"/>
        <a:ext cx="7297514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BABF3-F54E-455D-AAC9-056305F1B4B2}">
      <dsp:nvSpPr>
        <dsp:cNvPr id="0" name=""/>
        <dsp:cNvSpPr/>
      </dsp:nvSpPr>
      <dsp:spPr>
        <a:xfrm>
          <a:off x="1138979" y="108525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32144-6957-485B-9979-A71D141F7E3C}">
      <dsp:nvSpPr>
        <dsp:cNvPr id="0" name=""/>
        <dsp:cNvSpPr/>
      </dsp:nvSpPr>
      <dsp:spPr>
        <a:xfrm>
          <a:off x="569079" y="230954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Token Costs</a:t>
          </a:r>
        </a:p>
      </dsp:txBody>
      <dsp:txXfrm>
        <a:off x="569079" y="2309548"/>
        <a:ext cx="2072362" cy="720000"/>
      </dsp:txXfrm>
    </dsp:sp>
    <dsp:sp modelId="{5E3AC149-6384-451E-A4B7-CF0B7AD29AC5}">
      <dsp:nvSpPr>
        <dsp:cNvPr id="0" name=""/>
        <dsp:cNvSpPr/>
      </dsp:nvSpPr>
      <dsp:spPr>
        <a:xfrm>
          <a:off x="3574005" y="108525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93DFF-C44E-43A4-B594-C3C79A26DAB0}">
      <dsp:nvSpPr>
        <dsp:cNvPr id="0" name=""/>
        <dsp:cNvSpPr/>
      </dsp:nvSpPr>
      <dsp:spPr>
        <a:xfrm>
          <a:off x="3004105" y="230954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Hallucinations</a:t>
          </a:r>
        </a:p>
      </dsp:txBody>
      <dsp:txXfrm>
        <a:off x="3004105" y="2309548"/>
        <a:ext cx="2072362" cy="720000"/>
      </dsp:txXfrm>
    </dsp:sp>
    <dsp:sp modelId="{F42F5BCF-61E6-4FB9-B100-CA60941C3BFD}">
      <dsp:nvSpPr>
        <dsp:cNvPr id="0" name=""/>
        <dsp:cNvSpPr/>
      </dsp:nvSpPr>
      <dsp:spPr>
        <a:xfrm>
          <a:off x="6009031" y="108525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0A822-173F-420B-B68C-932160456815}">
      <dsp:nvSpPr>
        <dsp:cNvPr id="0" name=""/>
        <dsp:cNvSpPr/>
      </dsp:nvSpPr>
      <dsp:spPr>
        <a:xfrm>
          <a:off x="5439131" y="230954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Conversations as Training Material</a:t>
          </a:r>
        </a:p>
      </dsp:txBody>
      <dsp:txXfrm>
        <a:off x="5439131" y="2309548"/>
        <a:ext cx="2072362" cy="720000"/>
      </dsp:txXfrm>
    </dsp:sp>
    <dsp:sp modelId="{52960395-2878-41F6-B25A-E03BC1EF10D2}">
      <dsp:nvSpPr>
        <dsp:cNvPr id="0" name=""/>
        <dsp:cNvSpPr/>
      </dsp:nvSpPr>
      <dsp:spPr>
        <a:xfrm>
          <a:off x="8444057" y="1085251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3ACB0-692C-4CC6-A677-158FC19300B4}">
      <dsp:nvSpPr>
        <dsp:cNvPr id="0" name=""/>
        <dsp:cNvSpPr/>
      </dsp:nvSpPr>
      <dsp:spPr>
        <a:xfrm>
          <a:off x="7874157" y="230954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Destructive Tool Calls</a:t>
          </a:r>
        </a:p>
      </dsp:txBody>
      <dsp:txXfrm>
        <a:off x="7874157" y="230954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LLM</a:t>
            </a:r>
            <a:br>
              <a:rPr lang="en-US" sz="4800" dirty="0"/>
            </a:br>
            <a:r>
              <a:rPr lang="en-US" sz="4800" dirty="0"/>
              <a:t>Platforms</a:t>
            </a:r>
            <a:endParaRPr lang="en-US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023EF-9534-5D4E-26CB-F723ABCA58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7B5CA3-E06B-16CE-E262-240B53FB2C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D1B5EE-F0F0-B39A-8584-0A8AE7A9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US" sz="4400"/>
              <a:t>Agenda</a:t>
            </a:r>
          </a:p>
        </p:txBody>
      </p:sp>
      <p:graphicFrame>
        <p:nvGraphicFramePr>
          <p:cNvPr id="9" name="Text Placeholder 5">
            <a:extLst>
              <a:ext uri="{FF2B5EF4-FFF2-40B4-BE49-F238E27FC236}">
                <a16:creationId xmlns:a16="http://schemas.microsoft.com/office/drawing/2014/main" id="{CF8AA513-30B3-78B9-A052-7C427AA2C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283413"/>
              </p:ext>
            </p:extLst>
          </p:nvPr>
        </p:nvGraphicFramePr>
        <p:xfrm>
          <a:off x="838200" y="2039392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229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F6D8A8-0377-6EFD-F97B-522ED710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US" sz="4400"/>
              <a:t>How do we access LLMs?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75232DB4-4FE3-6030-D57A-AE2C85A0838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55183562"/>
              </p:ext>
            </p:extLst>
          </p:nvPr>
        </p:nvGraphicFramePr>
        <p:xfrm>
          <a:off x="838200" y="2039392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18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5377C1-0829-2CFA-5AA7-994A3D12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US" sz="4400"/>
              <a:t>OpenAI SDK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6BE13F8B-563E-4BE6-193C-9516535818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7487129"/>
              </p:ext>
            </p:extLst>
          </p:nvPr>
        </p:nvGraphicFramePr>
        <p:xfrm>
          <a:off x="838200" y="2039392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99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C3897D-EB7D-F8BD-618A-3A1C5F4F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US" sz="4400"/>
              <a:t>GitHub Copilot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8C36900C-8CD7-5CC1-0769-CCCA75E0F9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61110491"/>
              </p:ext>
            </p:extLst>
          </p:nvPr>
        </p:nvGraphicFramePr>
        <p:xfrm>
          <a:off x="838200" y="2039392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145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D4016D-FE0E-DB26-31D8-68FD71EC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US" sz="4400"/>
              <a:t>Safety Considerations</a:t>
            </a:r>
          </a:p>
        </p:txBody>
      </p:sp>
      <p:graphicFrame>
        <p:nvGraphicFramePr>
          <p:cNvPr id="10" name="Content Placeholder 1">
            <a:extLst>
              <a:ext uri="{FF2B5EF4-FFF2-40B4-BE49-F238E27FC236}">
                <a16:creationId xmlns:a16="http://schemas.microsoft.com/office/drawing/2014/main" id="{EA88B5D6-EA93-B504-CB94-2AB386D96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2468418"/>
              </p:ext>
            </p:extLst>
          </p:nvPr>
        </p:nvGraphicFramePr>
        <p:xfrm>
          <a:off x="838200" y="2039392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226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17</TotalTime>
  <Words>83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LLM Platforms</vt:lpstr>
      <vt:lpstr>Agenda</vt:lpstr>
      <vt:lpstr>How do we access LLMs?</vt:lpstr>
      <vt:lpstr>OpenAI SDK</vt:lpstr>
      <vt:lpstr>GitHub Copilot</vt:lpstr>
      <vt:lpstr>Safety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1</cp:revision>
  <dcterms:created xsi:type="dcterms:W3CDTF">2026-08-26T18:10:12Z</dcterms:created>
  <dcterms:modified xsi:type="dcterms:W3CDTF">2026-08-26T18:28:00Z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